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2.xml.rels" ContentType="application/vnd.openxmlformats-package.relationships+xml"/>
  <Override PartName="/ppt/slideLayouts/_rels/slideLayout8.xml.rels" ContentType="application/vnd.openxmlformats-package.relationships+xml"/>
  <Override PartName="/ppt/slideLayouts/_rels/slideLayout11.xml.rels" ContentType="application/vnd.openxmlformats-package.relationships+xml"/>
  <Override PartName="/ppt/slideLayouts/_rels/slideLayout7.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9.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theme/theme13.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CA" sz="4400" spc="-1" strike="noStrike">
                <a:solidFill>
                  <a:srgbClr val="000000"/>
                </a:solidFill>
                <a:latin typeface="Arial"/>
              </a:rPr>
              <a:t>Click to move the slide</a:t>
            </a:r>
            <a:endParaRPr b="0" lang="en-CA" sz="4400" spc="-1" strike="noStrike">
              <a:solidFill>
                <a:srgbClr val="000000"/>
              </a:solidFill>
              <a:latin typeface="Arial"/>
            </a:endParaRPr>
          </a:p>
        </p:txBody>
      </p:sp>
      <p:sp>
        <p:nvSpPr>
          <p:cNvPr id="4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CA" sz="2000" spc="-1" strike="noStrike">
                <a:solidFill>
                  <a:srgbClr val="000000"/>
                </a:solidFill>
                <a:latin typeface="Arial"/>
              </a:rPr>
              <a:t>Click to edit the notes format</a:t>
            </a:r>
            <a:endParaRPr b="0" lang="en-CA" sz="2000" spc="-1" strike="noStrike">
              <a:solidFill>
                <a:srgbClr val="000000"/>
              </a:solidFill>
              <a:latin typeface="Arial"/>
            </a:endParaRPr>
          </a:p>
        </p:txBody>
      </p:sp>
      <p:sp>
        <p:nvSpPr>
          <p:cNvPr id="4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CA" sz="1400" spc="-1" strike="noStrike">
                <a:solidFill>
                  <a:srgbClr val="000000"/>
                </a:solidFill>
                <a:latin typeface="Times New Roman"/>
              </a:rPr>
              <a:t>&lt;header&gt;</a:t>
            </a:r>
            <a:endParaRPr b="0" lang="en-CA" sz="1400" spc="-1" strike="noStrike">
              <a:solidFill>
                <a:srgbClr val="000000"/>
              </a:solidFill>
              <a:latin typeface="Times New Roman"/>
            </a:endParaRPr>
          </a:p>
        </p:txBody>
      </p:sp>
      <p:sp>
        <p:nvSpPr>
          <p:cNvPr id="43"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CA" sz="1400" spc="-1" strike="noStrike">
                <a:solidFill>
                  <a:srgbClr val="000000"/>
                </a:solidFill>
                <a:latin typeface="Times New Roman"/>
              </a:defRPr>
            </a:lvl1pPr>
          </a:lstStyle>
          <a:p>
            <a:pPr indent="0" algn="r">
              <a:buNone/>
            </a:pPr>
            <a:r>
              <a:rPr b="0" lang="en-CA" sz="1400" spc="-1" strike="noStrike">
                <a:solidFill>
                  <a:srgbClr val="000000"/>
                </a:solidFill>
                <a:latin typeface="Times New Roman"/>
              </a:rPr>
              <a:t>&lt;date/time&gt;</a:t>
            </a:r>
            <a:endParaRPr b="0" lang="en-CA" sz="1400" spc="-1" strike="noStrike">
              <a:solidFill>
                <a:srgbClr val="000000"/>
              </a:solidFill>
              <a:latin typeface="Times New Roman"/>
            </a:endParaRPr>
          </a:p>
        </p:txBody>
      </p:sp>
      <p:sp>
        <p:nvSpPr>
          <p:cNvPr id="44"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CA" sz="1400" spc="-1" strike="noStrike">
                <a:solidFill>
                  <a:srgbClr val="000000"/>
                </a:solidFill>
                <a:latin typeface="Times New Roman"/>
              </a:defRPr>
            </a:lvl1pPr>
          </a:lstStyle>
          <a:p>
            <a:pPr indent="0">
              <a:buNone/>
            </a:pPr>
            <a:r>
              <a:rPr b="0" lang="en-CA" sz="1400" spc="-1" strike="noStrike">
                <a:solidFill>
                  <a:srgbClr val="000000"/>
                </a:solidFill>
                <a:latin typeface="Times New Roman"/>
              </a:rPr>
              <a:t>&lt;footer&gt;</a:t>
            </a:r>
            <a:endParaRPr b="0" lang="en-CA" sz="1400" spc="-1" strike="noStrike">
              <a:solidFill>
                <a:srgbClr val="000000"/>
              </a:solidFill>
              <a:latin typeface="Times New Roman"/>
            </a:endParaRPr>
          </a:p>
        </p:txBody>
      </p:sp>
      <p:sp>
        <p:nvSpPr>
          <p:cNvPr id="45"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CA" sz="1400" spc="-1" strike="noStrike">
                <a:solidFill>
                  <a:srgbClr val="000000"/>
                </a:solidFill>
                <a:latin typeface="Times New Roman"/>
              </a:defRPr>
            </a:lvl1pPr>
          </a:lstStyle>
          <a:p>
            <a:pPr indent="0" algn="r">
              <a:buNone/>
            </a:pPr>
            <a:fld id="{422568A9-9A4F-4672-BDB0-393DBD0ACD7B}" type="slidenum">
              <a:rPr b="0" lang="en-CA" sz="1400" spc="-1" strike="noStrike">
                <a:solidFill>
                  <a:srgbClr val="000000"/>
                </a:solidFill>
                <a:latin typeface="Times New Roman"/>
              </a:rPr>
              <a:t>&lt;number&gt;</a:t>
            </a:fld>
            <a:endParaRPr b="0" lang="en-CA"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85800" y="1143000"/>
            <a:ext cx="5485320" cy="3085200"/>
          </a:xfrm>
          <a:prstGeom prst="rect">
            <a:avLst/>
          </a:prstGeom>
          <a:ln w="0">
            <a:noFill/>
          </a:ln>
        </p:spPr>
      </p:sp>
      <p:sp>
        <p:nvSpPr>
          <p:cNvPr id="16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lnSpc>
                <a:spcPct val="100000"/>
              </a:lnSpc>
              <a:buNone/>
              <a:tabLst>
                <a:tab algn="l" pos="0"/>
              </a:tabLst>
            </a:pPr>
            <a:r>
              <a:rPr b="0" lang="en-US" sz="2000" spc="-1" strike="noStrike">
                <a:solidFill>
                  <a:srgbClr val="000000"/>
                </a:solidFill>
                <a:latin typeface="Arial"/>
              </a:rPr>
              <a:t>Security really comes down to two completely different questions: asking who someone is and figuring out what they are actually allowed to do. Authentication handles the first part by proving identity through passwords or security codes, while authorization decides what they can touch, much like having an employee badge that gets you through the front door of a building without automatically opening the server room. The real danger happens when systems mistake a successful login for permission, such as when an edge gateway checks a user's token and passes the request along, but the internal service blindly trusts it and skips its own permission checks. Because of this gap, every single service must operate on zero trust, meaning that proving your identity at the gate never grants you automatic access and every part of the system must independently double-check whether you have the right to perform your action.</a:t>
            </a:r>
            <a:endParaRPr b="0" lang="en-CA" sz="2000" spc="-1" strike="noStrike">
              <a:solidFill>
                <a:srgbClr val="000000"/>
              </a:solidFill>
              <a:latin typeface="Arial"/>
            </a:endParaRPr>
          </a:p>
        </p:txBody>
      </p:sp>
      <p:sp>
        <p:nvSpPr>
          <p:cNvPr id="161" name="PlaceHolder 3"/>
          <p:cNvSpPr>
            <a:spLocks noGrp="1"/>
          </p:cNvSpPr>
          <p:nvPr>
            <p:ph type="sldNum" idx="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91DC767-A72B-49B8-9FB5-D609B4377488}" type="slidenum">
              <a:rPr b="0" lang="en-US" sz="1200" spc="-1" strike="noStrike">
                <a:solidFill>
                  <a:schemeClr val="dk1"/>
                </a:solidFill>
                <a:latin typeface="+mn-lt"/>
                <a:ea typeface="+mn-ea"/>
              </a:rPr>
              <a:t>&lt;number&gt;</a:t>
            </a:fld>
            <a:endParaRPr b="0" lang="en-CA"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685800" y="1143000"/>
            <a:ext cx="5485320" cy="3085200"/>
          </a:xfrm>
          <a:prstGeom prst="rect">
            <a:avLst/>
          </a:prstGeom>
          <a:ln w="0">
            <a:noFill/>
          </a:ln>
        </p:spPr>
      </p:sp>
      <p:sp>
        <p:nvSpPr>
          <p:cNvPr id="16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lnSpc>
                <a:spcPct val="100000"/>
              </a:lnSpc>
              <a:buNone/>
              <a:tabLst>
                <a:tab algn="l" pos="0"/>
              </a:tabLst>
            </a:pPr>
            <a:r>
              <a:rPr b="0" lang="en-US" sz="2000" spc="-1" strike="noStrike">
                <a:solidFill>
                  <a:srgbClr val="000000"/>
                </a:solidFill>
                <a:latin typeface="Arial"/>
              </a:rPr>
              <a:t>This scenario illustrates the number one API vulnerability on the OWASP list: Broken Object-Level Authorization, or BOLA. Imagine Alice logs in legitimately and gets a valid token, but then she modifies the web address in her browser to look up an order that belongs to Bob instead of her. When she sends that request, the API gateway checks her token signature and lets it pass through because she is a verified user, but the backend service makes a dangerous mistake by searching the database for that order ID alone without checking who actually owns it. Because the database query forgets to verify that the order belongs to the person making the request, it accidentally hands over Bob's private records. This happens because gateways can only confirm your identity and general permissions, leaving the backend services entirely responsible for verifying resource ownership through proper ownership filters or database row-level security to ensure users can only ever access their own data.</a:t>
            </a:r>
            <a:endParaRPr b="0" lang="en-CA" sz="2000" spc="-1" strike="noStrike">
              <a:solidFill>
                <a:srgbClr val="000000"/>
              </a:solidFill>
              <a:latin typeface="Arial"/>
            </a:endParaRPr>
          </a:p>
        </p:txBody>
      </p:sp>
      <p:sp>
        <p:nvSpPr>
          <p:cNvPr id="164"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9C288C5-15D5-40BF-B986-FD66E3A1C8D6}" type="slidenum">
              <a:rPr b="0" lang="en-US" sz="1200" spc="-1" strike="noStrike">
                <a:solidFill>
                  <a:schemeClr val="dk1"/>
                </a:solidFill>
                <a:latin typeface="+mn-lt"/>
                <a:ea typeface="+mn-ea"/>
              </a:rPr>
              <a:t>&lt;number&gt;</a:t>
            </a:fld>
            <a:endParaRPr b="0" lang="en-CA"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685800" y="1143000"/>
            <a:ext cx="5485320" cy="3085200"/>
          </a:xfrm>
          <a:prstGeom prst="rect">
            <a:avLst/>
          </a:prstGeom>
          <a:ln w="0">
            <a:noFill/>
          </a:ln>
        </p:spPr>
      </p:sp>
      <p:sp>
        <p:nvSpPr>
          <p:cNvPr id="16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lnSpc>
                <a:spcPct val="100000"/>
              </a:lnSpc>
              <a:buNone/>
              <a:tabLst>
                <a:tab algn="l" pos="0"/>
              </a:tabLst>
            </a:pPr>
            <a:r>
              <a:rPr b="0" lang="en-US" sz="2000" spc="-1" strike="noStrike">
                <a:solidFill>
                  <a:srgbClr val="000000"/>
                </a:solidFill>
                <a:latin typeface="Arial"/>
              </a:rPr>
              <a:t>SQL injection happens when untrusted user input accidentally gets treated as part of the database's actual code instructions rather than just plain data. If an attacker types something tricky like a quote, an always-true condition, and comment dashes, it completely rewrites how the database parses the command: the quote cuts off the text string early, the injected expression forces the search condition to evaluate as always true, and the dashes comment out any remaining security filters. This dangerous failure stems from building queries through simple text concatenation, which prevents the database compiler from telling the difference between actual instructions and user data, making prepared statements essential to keep user input safely separated.</a:t>
            </a:r>
            <a:endParaRPr b="0" lang="en-CA" sz="2000" spc="-1" strike="noStrike">
              <a:solidFill>
                <a:srgbClr val="000000"/>
              </a:solidFill>
              <a:latin typeface="Arial"/>
            </a:endParaRPr>
          </a:p>
        </p:txBody>
      </p:sp>
      <p:sp>
        <p:nvSpPr>
          <p:cNvPr id="167"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B553667-2E04-43EF-A78D-E2E7AC8133D3}" type="slidenum">
              <a:rPr b="0" lang="en-US" sz="1200" spc="-1" strike="noStrike">
                <a:solidFill>
                  <a:schemeClr val="dk1"/>
                </a:solidFill>
                <a:latin typeface="+mn-lt"/>
                <a:ea typeface="+mn-ea"/>
              </a:rPr>
              <a:t>&lt;number&gt;</a:t>
            </a:fld>
            <a:endParaRPr b="0" lang="en-CA"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85800" y="1143000"/>
            <a:ext cx="5485320" cy="3085200"/>
          </a:xfrm>
          <a:prstGeom prst="rect">
            <a:avLst/>
          </a:prstGeom>
          <a:ln w="0">
            <a:noFill/>
          </a:ln>
        </p:spPr>
      </p:sp>
      <p:sp>
        <p:nvSpPr>
          <p:cNvPr id="16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lnSpc>
                <a:spcPct val="100000"/>
              </a:lnSpc>
              <a:buNone/>
              <a:tabLst>
                <a:tab algn="l" pos="0"/>
              </a:tabLst>
            </a:pPr>
            <a:r>
              <a:rPr b="0" lang="en-US" sz="2000" spc="-1" strike="noStrike">
                <a:solidFill>
                  <a:srgbClr val="000000"/>
                </a:solidFill>
                <a:latin typeface="Arial"/>
              </a:rPr>
              <a:t>TTo completely eliminate injection vulnerabilities, systems rely on structural separation by using prepared statements that compile the core SQL structure ahead of time and bind user data separately through a secure protocol so the parser never confuses user input with actual code. This primary shield is reinforced by a layered defense strategy, which includes giving database accounts only the absolute minimum permissions needed to reduce potential damage, validating input schemas strictly at the door, relying on safe ORMs that handle parameterization by default, and using CI linters to catch and ban any raw SQL shortcuts. Together, these practices ensure user data is always treated strictly as plain data bytes rather than executable instructions, keeping the database secure through multiple layers of protection.</a:t>
            </a:r>
            <a:endParaRPr b="0" lang="en-CA" sz="2000" spc="-1" strike="noStrike">
              <a:solidFill>
                <a:srgbClr val="000000"/>
              </a:solidFill>
              <a:latin typeface="Arial"/>
            </a:endParaRPr>
          </a:p>
        </p:txBody>
      </p:sp>
      <p:sp>
        <p:nvSpPr>
          <p:cNvPr id="170"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85DDC7F-B92B-4CB1-B705-3E3ECCB31E6B}" type="slidenum">
              <a:rPr b="0" lang="en-US" sz="1200" spc="-1" strike="noStrike">
                <a:solidFill>
                  <a:schemeClr val="dk1"/>
                </a:solidFill>
                <a:latin typeface="+mn-lt"/>
                <a:ea typeface="+mn-ea"/>
              </a:rPr>
              <a:t>&lt;number&gt;</a:t>
            </a:fld>
            <a:endParaRPr b="0" lang="en-CA"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85800" y="1143000"/>
            <a:ext cx="5485320" cy="3085200"/>
          </a:xfrm>
          <a:prstGeom prst="rect">
            <a:avLst/>
          </a:prstGeom>
          <a:ln w="0">
            <a:noFill/>
          </a:ln>
        </p:spPr>
      </p:sp>
      <p:sp>
        <p:nvSpPr>
          <p:cNvPr id="17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lnSpc>
                <a:spcPct val="100000"/>
              </a:lnSpc>
              <a:buNone/>
              <a:tabLst>
                <a:tab algn="l" pos="0"/>
              </a:tabLst>
            </a:pPr>
            <a:r>
              <a:rPr b="0" lang="en-US" sz="2000" spc="-1" strike="noStrike">
                <a:solidFill>
                  <a:srgbClr val="000000"/>
                </a:solidFill>
                <a:latin typeface="Arial"/>
              </a:rPr>
              <a:t>To wrap everything up, building secure modern systems comes down to a single, unified triad: verifying identity, authorizing the specific resource, and keeping data entirely separate from code. This means confirming callers using cryptographic tokens, making sure every resource request goes through explicit ownership checks within your domain services, and using parameterized database drivers to ensure user input can never tamper with your code logic. To make these habits stick, you can automate these rules using static CI guardrails and cross-tenant test suites that ensure nothing slips through the cracks.</a:t>
            </a:r>
            <a:endParaRPr b="0" lang="en-CA" sz="2000" spc="-1" strike="noStrike">
              <a:solidFill>
                <a:srgbClr val="000000"/>
              </a:solidFill>
              <a:latin typeface="Arial"/>
            </a:endParaRPr>
          </a:p>
        </p:txBody>
      </p:sp>
      <p:sp>
        <p:nvSpPr>
          <p:cNvPr id="173"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8BCF088-B01E-4604-8943-52CA405274F7}" type="slidenum">
              <a:rPr b="0" lang="en-US" sz="1200" spc="-1" strike="noStrike">
                <a:solidFill>
                  <a:schemeClr val="dk1"/>
                </a:solidFill>
                <a:latin typeface="+mn-lt"/>
                <a:ea typeface="+mn-ea"/>
              </a:rPr>
              <a:t>&lt;number&gt;</a:t>
            </a:fld>
            <a:endParaRPr b="0" lang="en-CA"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5" name="PlaceHolder 2"/>
          <p:cNvSpPr>
            <a:spLocks noGrp="1"/>
          </p:cNvSpPr>
          <p:nvPr>
            <p:ph type="subTitle"/>
          </p:nvPr>
        </p:nvSpPr>
        <p:spPr>
          <a:xfrm>
            <a:off x="609480" y="1604520"/>
            <a:ext cx="5353920" cy="1896480"/>
          </a:xfrm>
          <a:prstGeom prst="rect">
            <a:avLst/>
          </a:prstGeom>
          <a:noFill/>
          <a:ln w="0">
            <a:noFill/>
          </a:ln>
        </p:spPr>
        <p:txBody>
          <a:bodyPr lIns="0" rIns="0" tIns="0" bIns="0" anchor="ctr">
            <a:noAutofit/>
          </a:bodyPr>
          <a:p>
            <a:pPr indent="0" algn="ctr">
              <a:buNone/>
            </a:pPr>
            <a:endParaRPr b="0" lang="en-CA"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7" name="PlaceHolder 2"/>
          <p:cNvSpPr>
            <a:spLocks noGrp="1"/>
          </p:cNvSpPr>
          <p:nvPr>
            <p:ph/>
          </p:nvPr>
        </p:nvSpPr>
        <p:spPr>
          <a:xfrm>
            <a:off x="609480" y="1604520"/>
            <a:ext cx="5353920" cy="189648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9" name="PlaceHolder 2"/>
          <p:cNvSpPr>
            <a:spLocks noGrp="1"/>
          </p:cNvSpPr>
          <p:nvPr>
            <p:ph/>
          </p:nvPr>
        </p:nvSpPr>
        <p:spPr>
          <a:xfrm>
            <a:off x="609480" y="1604520"/>
            <a:ext cx="2612520" cy="189648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10" name="PlaceHolder 3"/>
          <p:cNvSpPr>
            <a:spLocks noGrp="1"/>
          </p:cNvSpPr>
          <p:nvPr>
            <p:ph/>
          </p:nvPr>
        </p:nvSpPr>
        <p:spPr>
          <a:xfrm>
            <a:off x="3353040" y="1604520"/>
            <a:ext cx="2612520" cy="189648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080" cy="5306400"/>
          </a:xfrm>
          <a:prstGeom prst="rect">
            <a:avLst/>
          </a:prstGeom>
          <a:noFill/>
          <a:ln w="0">
            <a:noFill/>
          </a:ln>
        </p:spPr>
        <p:txBody>
          <a:bodyPr lIns="0" rIns="0" tIns="0" bIns="0" anchor="ctr">
            <a:noAutofit/>
          </a:bodyPr>
          <a:p>
            <a:pPr algn="ctr"/>
            <a:endParaRPr b="0" lang="en-CA"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14" name="PlaceHolder 2"/>
          <p:cNvSpPr>
            <a:spLocks noGrp="1"/>
          </p:cNvSpPr>
          <p:nvPr>
            <p:ph/>
          </p:nvPr>
        </p:nvSpPr>
        <p:spPr>
          <a:xfrm>
            <a:off x="609480" y="160452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15" name="PlaceHolder 3"/>
          <p:cNvSpPr>
            <a:spLocks noGrp="1"/>
          </p:cNvSpPr>
          <p:nvPr>
            <p:ph/>
          </p:nvPr>
        </p:nvSpPr>
        <p:spPr>
          <a:xfrm>
            <a:off x="3353040" y="1604520"/>
            <a:ext cx="2612520" cy="189648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16" name="PlaceHolder 4"/>
          <p:cNvSpPr>
            <a:spLocks noGrp="1"/>
          </p:cNvSpPr>
          <p:nvPr>
            <p:ph/>
          </p:nvPr>
        </p:nvSpPr>
        <p:spPr>
          <a:xfrm>
            <a:off x="609480" y="259524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18" name="PlaceHolder 2"/>
          <p:cNvSpPr>
            <a:spLocks noGrp="1"/>
          </p:cNvSpPr>
          <p:nvPr>
            <p:ph/>
          </p:nvPr>
        </p:nvSpPr>
        <p:spPr>
          <a:xfrm>
            <a:off x="609480" y="1604520"/>
            <a:ext cx="2612520" cy="189648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19" name="PlaceHolder 3"/>
          <p:cNvSpPr>
            <a:spLocks noGrp="1"/>
          </p:cNvSpPr>
          <p:nvPr>
            <p:ph/>
          </p:nvPr>
        </p:nvSpPr>
        <p:spPr>
          <a:xfrm>
            <a:off x="3353040" y="160452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20" name="PlaceHolder 4"/>
          <p:cNvSpPr>
            <a:spLocks noGrp="1"/>
          </p:cNvSpPr>
          <p:nvPr>
            <p:ph/>
          </p:nvPr>
        </p:nvSpPr>
        <p:spPr>
          <a:xfrm>
            <a:off x="3353040" y="259524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22" name="PlaceHolder 2"/>
          <p:cNvSpPr>
            <a:spLocks noGrp="1"/>
          </p:cNvSpPr>
          <p:nvPr>
            <p:ph/>
          </p:nvPr>
        </p:nvSpPr>
        <p:spPr>
          <a:xfrm>
            <a:off x="609480" y="160452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23" name="PlaceHolder 3"/>
          <p:cNvSpPr>
            <a:spLocks noGrp="1"/>
          </p:cNvSpPr>
          <p:nvPr>
            <p:ph/>
          </p:nvPr>
        </p:nvSpPr>
        <p:spPr>
          <a:xfrm>
            <a:off x="3353040" y="160452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24" name="PlaceHolder 4"/>
          <p:cNvSpPr>
            <a:spLocks noGrp="1"/>
          </p:cNvSpPr>
          <p:nvPr>
            <p:ph/>
          </p:nvPr>
        </p:nvSpPr>
        <p:spPr>
          <a:xfrm>
            <a:off x="609480" y="2595240"/>
            <a:ext cx="53539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26" name="PlaceHolder 2"/>
          <p:cNvSpPr>
            <a:spLocks noGrp="1"/>
          </p:cNvSpPr>
          <p:nvPr>
            <p:ph/>
          </p:nvPr>
        </p:nvSpPr>
        <p:spPr>
          <a:xfrm>
            <a:off x="609480" y="1604520"/>
            <a:ext cx="53539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27" name="PlaceHolder 3"/>
          <p:cNvSpPr>
            <a:spLocks noGrp="1"/>
          </p:cNvSpPr>
          <p:nvPr>
            <p:ph/>
          </p:nvPr>
        </p:nvSpPr>
        <p:spPr>
          <a:xfrm>
            <a:off x="609480" y="2595240"/>
            <a:ext cx="53539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29" name="PlaceHolder 2"/>
          <p:cNvSpPr>
            <a:spLocks noGrp="1"/>
          </p:cNvSpPr>
          <p:nvPr>
            <p:ph/>
          </p:nvPr>
        </p:nvSpPr>
        <p:spPr>
          <a:xfrm>
            <a:off x="609480" y="160452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30" name="PlaceHolder 3"/>
          <p:cNvSpPr>
            <a:spLocks noGrp="1"/>
          </p:cNvSpPr>
          <p:nvPr>
            <p:ph/>
          </p:nvPr>
        </p:nvSpPr>
        <p:spPr>
          <a:xfrm>
            <a:off x="3353040" y="160452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31" name="PlaceHolder 4"/>
          <p:cNvSpPr>
            <a:spLocks noGrp="1"/>
          </p:cNvSpPr>
          <p:nvPr>
            <p:ph/>
          </p:nvPr>
        </p:nvSpPr>
        <p:spPr>
          <a:xfrm>
            <a:off x="609480" y="259524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
        <p:nvSpPr>
          <p:cNvPr id="32" name="PlaceHolder 5"/>
          <p:cNvSpPr>
            <a:spLocks noGrp="1"/>
          </p:cNvSpPr>
          <p:nvPr>
            <p:ph/>
          </p:nvPr>
        </p:nvSpPr>
        <p:spPr>
          <a:xfrm>
            <a:off x="3353040" y="2595240"/>
            <a:ext cx="2612520" cy="904320"/>
          </a:xfrm>
          <a:prstGeom prst="rect">
            <a:avLst/>
          </a:prstGeom>
          <a:noFill/>
          <a:ln w="0">
            <a:noFill/>
          </a:ln>
        </p:spPr>
        <p:txBody>
          <a:bodyPr lIns="0" rIns="0" tIns="0" bIns="0" anchor="t">
            <a:normAutofit/>
          </a:bodyPr>
          <a:p>
            <a:pPr indent="0">
              <a:spcBef>
                <a:spcPts val="1417"/>
              </a:spcBef>
              <a:buNone/>
            </a:pPr>
            <a:endParaRPr b="0" lang="en-CA"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buNone/>
            </a:pPr>
            <a:endParaRPr b="0" lang="en-CA" sz="4400" spc="-1" strike="noStrike">
              <a:solidFill>
                <a:srgbClr val="000000"/>
              </a:solidFill>
              <a:latin typeface="Arial"/>
            </a:endParaRPr>
          </a:p>
        </p:txBody>
      </p:sp>
      <p:sp>
        <p:nvSpPr>
          <p:cNvPr id="34" name="PlaceHolder 2"/>
          <p:cNvSpPr>
            <a:spLocks noGrp="1"/>
          </p:cNvSpPr>
          <p:nvPr>
            <p:ph/>
          </p:nvPr>
        </p:nvSpPr>
        <p:spPr>
          <a:xfrm>
            <a:off x="609480" y="1604520"/>
            <a:ext cx="1723680" cy="904320"/>
          </a:xfrm>
          <a:prstGeom prst="rect">
            <a:avLst/>
          </a:prstGeom>
          <a:noFill/>
          <a:ln w="0">
            <a:noFill/>
          </a:ln>
        </p:spPr>
        <p:txBody>
          <a:bodyPr lIns="0" rIns="0" tIns="0" bIns="0" anchor="t">
            <a:normAutofit fontScale="84366"/>
          </a:bodyPr>
          <a:p>
            <a:pPr indent="0">
              <a:spcBef>
                <a:spcPts val="1417"/>
              </a:spcBef>
              <a:buNone/>
            </a:pPr>
            <a:endParaRPr b="0" lang="en-CA" sz="3200" spc="-1" strike="noStrike">
              <a:solidFill>
                <a:srgbClr val="000000"/>
              </a:solidFill>
              <a:latin typeface="Arial"/>
            </a:endParaRPr>
          </a:p>
        </p:txBody>
      </p:sp>
      <p:sp>
        <p:nvSpPr>
          <p:cNvPr id="35" name="PlaceHolder 3"/>
          <p:cNvSpPr>
            <a:spLocks noGrp="1"/>
          </p:cNvSpPr>
          <p:nvPr>
            <p:ph/>
          </p:nvPr>
        </p:nvSpPr>
        <p:spPr>
          <a:xfrm>
            <a:off x="2419560" y="1604520"/>
            <a:ext cx="1723680" cy="904320"/>
          </a:xfrm>
          <a:prstGeom prst="rect">
            <a:avLst/>
          </a:prstGeom>
          <a:noFill/>
          <a:ln w="0">
            <a:noFill/>
          </a:ln>
        </p:spPr>
        <p:txBody>
          <a:bodyPr lIns="0" rIns="0" tIns="0" bIns="0" anchor="t">
            <a:normAutofit fontScale="84366"/>
          </a:bodyPr>
          <a:p>
            <a:pPr indent="0">
              <a:spcBef>
                <a:spcPts val="1417"/>
              </a:spcBef>
              <a:buNone/>
            </a:pPr>
            <a:endParaRPr b="0" lang="en-CA" sz="3200" spc="-1" strike="noStrike">
              <a:solidFill>
                <a:srgbClr val="000000"/>
              </a:solidFill>
              <a:latin typeface="Arial"/>
            </a:endParaRPr>
          </a:p>
        </p:txBody>
      </p:sp>
      <p:sp>
        <p:nvSpPr>
          <p:cNvPr id="36" name="PlaceHolder 4"/>
          <p:cNvSpPr>
            <a:spLocks noGrp="1"/>
          </p:cNvSpPr>
          <p:nvPr>
            <p:ph/>
          </p:nvPr>
        </p:nvSpPr>
        <p:spPr>
          <a:xfrm>
            <a:off x="4230000" y="1604520"/>
            <a:ext cx="1723680" cy="904320"/>
          </a:xfrm>
          <a:prstGeom prst="rect">
            <a:avLst/>
          </a:prstGeom>
          <a:noFill/>
          <a:ln w="0">
            <a:noFill/>
          </a:ln>
        </p:spPr>
        <p:txBody>
          <a:bodyPr lIns="0" rIns="0" tIns="0" bIns="0" anchor="t">
            <a:normAutofit fontScale="84366"/>
          </a:bodyPr>
          <a:p>
            <a:pPr indent="0">
              <a:spcBef>
                <a:spcPts val="1417"/>
              </a:spcBef>
              <a:buNone/>
            </a:pPr>
            <a:endParaRPr b="0" lang="en-CA" sz="3200" spc="-1" strike="noStrike">
              <a:solidFill>
                <a:srgbClr val="000000"/>
              </a:solidFill>
              <a:latin typeface="Arial"/>
            </a:endParaRPr>
          </a:p>
        </p:txBody>
      </p:sp>
      <p:sp>
        <p:nvSpPr>
          <p:cNvPr id="37" name="PlaceHolder 5"/>
          <p:cNvSpPr>
            <a:spLocks noGrp="1"/>
          </p:cNvSpPr>
          <p:nvPr>
            <p:ph/>
          </p:nvPr>
        </p:nvSpPr>
        <p:spPr>
          <a:xfrm>
            <a:off x="609480" y="2595240"/>
            <a:ext cx="1723680" cy="904320"/>
          </a:xfrm>
          <a:prstGeom prst="rect">
            <a:avLst/>
          </a:prstGeom>
          <a:noFill/>
          <a:ln w="0">
            <a:noFill/>
          </a:ln>
        </p:spPr>
        <p:txBody>
          <a:bodyPr lIns="0" rIns="0" tIns="0" bIns="0" anchor="t">
            <a:normAutofit fontScale="84366"/>
          </a:bodyPr>
          <a:p>
            <a:pPr indent="0">
              <a:spcBef>
                <a:spcPts val="1417"/>
              </a:spcBef>
              <a:buNone/>
            </a:pPr>
            <a:endParaRPr b="0" lang="en-CA" sz="3200" spc="-1" strike="noStrike">
              <a:solidFill>
                <a:srgbClr val="000000"/>
              </a:solidFill>
              <a:latin typeface="Arial"/>
            </a:endParaRPr>
          </a:p>
        </p:txBody>
      </p:sp>
      <p:sp>
        <p:nvSpPr>
          <p:cNvPr id="38" name="PlaceHolder 6"/>
          <p:cNvSpPr>
            <a:spLocks noGrp="1"/>
          </p:cNvSpPr>
          <p:nvPr>
            <p:ph/>
          </p:nvPr>
        </p:nvSpPr>
        <p:spPr>
          <a:xfrm>
            <a:off x="2419560" y="2595240"/>
            <a:ext cx="1723680" cy="904320"/>
          </a:xfrm>
          <a:prstGeom prst="rect">
            <a:avLst/>
          </a:prstGeom>
          <a:noFill/>
          <a:ln w="0">
            <a:noFill/>
          </a:ln>
        </p:spPr>
        <p:txBody>
          <a:bodyPr lIns="0" rIns="0" tIns="0" bIns="0" anchor="t">
            <a:normAutofit fontScale="84366"/>
          </a:bodyPr>
          <a:p>
            <a:pPr indent="0">
              <a:spcBef>
                <a:spcPts val="1417"/>
              </a:spcBef>
              <a:buNone/>
            </a:pPr>
            <a:endParaRPr b="0" lang="en-CA" sz="3200" spc="-1" strike="noStrike">
              <a:solidFill>
                <a:srgbClr val="000000"/>
              </a:solidFill>
              <a:latin typeface="Arial"/>
            </a:endParaRPr>
          </a:p>
        </p:txBody>
      </p:sp>
      <p:sp>
        <p:nvSpPr>
          <p:cNvPr id="39" name="PlaceHolder 7"/>
          <p:cNvSpPr>
            <a:spLocks noGrp="1"/>
          </p:cNvSpPr>
          <p:nvPr>
            <p:ph/>
          </p:nvPr>
        </p:nvSpPr>
        <p:spPr>
          <a:xfrm>
            <a:off x="4230000" y="2595240"/>
            <a:ext cx="1723680" cy="904320"/>
          </a:xfrm>
          <a:prstGeom prst="rect">
            <a:avLst/>
          </a:prstGeom>
          <a:noFill/>
          <a:ln w="0">
            <a:noFill/>
          </a:ln>
        </p:spPr>
        <p:txBody>
          <a:bodyPr lIns="0" rIns="0" tIns="0" bIns="0" anchor="t">
            <a:normAutofit fontScale="84366"/>
          </a:bodyPr>
          <a:p>
            <a:pPr indent="0">
              <a:spcBef>
                <a:spcPts val="1417"/>
              </a:spcBef>
              <a:buNone/>
            </a:pPr>
            <a:endParaRPr b="0" lang="en-CA"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CA" sz="1800" spc="-1" strike="noStrike">
                <a:solidFill>
                  <a:srgbClr val="000000"/>
                </a:solidFill>
                <a:latin typeface="Arial"/>
              </a:rPr>
              <a:t>Click to edit the title text format</a:t>
            </a:r>
            <a:endParaRPr b="0" lang="en-CA" sz="1800" spc="-1" strike="noStrike">
              <a:solidFill>
                <a:srgbClr val="000000"/>
              </a:solidFill>
              <a:latin typeface="Arial"/>
            </a:endParaRPr>
          </a:p>
        </p:txBody>
      </p:sp>
      <p:sp>
        <p:nvSpPr>
          <p:cNvPr id="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CA" sz="1800" spc="-1" strike="noStrike">
                <a:solidFill>
                  <a:srgbClr val="000000"/>
                </a:solidFill>
                <a:latin typeface="Arial"/>
              </a:rPr>
              <a:t>Click to edit the outline text format</a:t>
            </a:r>
            <a:endParaRPr b="0" lang="en-CA"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CA" sz="1800" spc="-1" strike="noStrike">
                <a:solidFill>
                  <a:srgbClr val="000000"/>
                </a:solidFill>
                <a:latin typeface="Arial"/>
              </a:rPr>
              <a:t>Second Outline Level</a:t>
            </a:r>
            <a:endParaRPr b="0" lang="en-CA"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CA" sz="1800" spc="-1" strike="noStrike">
                <a:solidFill>
                  <a:srgbClr val="000000"/>
                </a:solidFill>
                <a:latin typeface="Arial"/>
              </a:rPr>
              <a:t>Third Outline Level</a:t>
            </a:r>
            <a:endParaRPr b="0" lang="en-C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CA" sz="1800" spc="-1" strike="noStrike">
                <a:solidFill>
                  <a:srgbClr val="000000"/>
                </a:solidFill>
                <a:latin typeface="Arial"/>
              </a:rPr>
              <a:t>Fourth Outline Level</a:t>
            </a:r>
            <a:endParaRPr b="0" lang="en-C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CA" sz="1800" spc="-1" strike="noStrike">
                <a:solidFill>
                  <a:srgbClr val="000000"/>
                </a:solidFill>
                <a:latin typeface="Arial"/>
              </a:rPr>
              <a:t>Fifth Outline Level</a:t>
            </a:r>
            <a:endParaRPr b="0" lang="en-CA"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CA" sz="1800" spc="-1" strike="noStrike">
                <a:solidFill>
                  <a:srgbClr val="000000"/>
                </a:solidFill>
                <a:latin typeface="Arial"/>
              </a:rPr>
              <a:t>Sixth Outline Level</a:t>
            </a:r>
            <a:endParaRPr b="0" lang="en-CA"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CA" sz="1800" spc="-1" strike="noStrike">
                <a:solidFill>
                  <a:srgbClr val="000000"/>
                </a:solidFill>
                <a:latin typeface="Arial"/>
              </a:rPr>
              <a:t>Seventh Outline Level</a:t>
            </a:r>
            <a:endParaRPr b="0" lang="en-CA" sz="1800" spc="-1" strike="noStrike">
              <a:solidFill>
                <a:srgbClr val="000000"/>
              </a:solidFill>
              <a:latin typeface="Arial"/>
            </a:endParaRPr>
          </a:p>
        </p:txBody>
      </p:sp>
      <p:sp>
        <p:nvSpPr>
          <p:cNvPr id="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CA" sz="1800" spc="-1" strike="noStrike">
                <a:solidFill>
                  <a:srgbClr val="000000"/>
                </a:solidFill>
                <a:latin typeface="Arial"/>
              </a:rPr>
              <a:t>Click to edit the </a:t>
            </a:r>
            <a:r>
              <a:rPr b="0" lang="en-CA" sz="1800" spc="-1" strike="noStrike">
                <a:solidFill>
                  <a:srgbClr val="000000"/>
                </a:solidFill>
                <a:latin typeface="Arial"/>
              </a:rPr>
              <a:t>outline text format</a:t>
            </a:r>
            <a:endParaRPr b="0" lang="en-CA"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CA" sz="1800" spc="-1" strike="noStrike">
                <a:solidFill>
                  <a:srgbClr val="000000"/>
                </a:solidFill>
                <a:latin typeface="Arial"/>
              </a:rPr>
              <a:t>Second Outline </a:t>
            </a:r>
            <a:r>
              <a:rPr b="0" lang="en-CA" sz="1800" spc="-1" strike="noStrike">
                <a:solidFill>
                  <a:srgbClr val="000000"/>
                </a:solidFill>
                <a:latin typeface="Arial"/>
              </a:rPr>
              <a:t>Level</a:t>
            </a:r>
            <a:endParaRPr b="0" lang="en-CA"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CA" sz="1800" spc="-1" strike="noStrike">
                <a:solidFill>
                  <a:srgbClr val="000000"/>
                </a:solidFill>
                <a:latin typeface="Arial"/>
              </a:rPr>
              <a:t>Third Outline </a:t>
            </a:r>
            <a:r>
              <a:rPr b="0" lang="en-CA" sz="1800" spc="-1" strike="noStrike">
                <a:solidFill>
                  <a:srgbClr val="000000"/>
                </a:solidFill>
                <a:latin typeface="Arial"/>
              </a:rPr>
              <a:t>Level</a:t>
            </a:r>
            <a:endParaRPr b="0" lang="en-C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CA" sz="1800" spc="-1" strike="noStrike">
                <a:solidFill>
                  <a:srgbClr val="000000"/>
                </a:solidFill>
                <a:latin typeface="Arial"/>
              </a:rPr>
              <a:t>Fourth </a:t>
            </a:r>
            <a:r>
              <a:rPr b="0" lang="en-CA" sz="1800" spc="-1" strike="noStrike">
                <a:solidFill>
                  <a:srgbClr val="000000"/>
                </a:solidFill>
                <a:latin typeface="Arial"/>
              </a:rPr>
              <a:t>Outline </a:t>
            </a:r>
            <a:r>
              <a:rPr b="0" lang="en-CA" sz="1800" spc="-1" strike="noStrike">
                <a:solidFill>
                  <a:srgbClr val="000000"/>
                </a:solidFill>
                <a:latin typeface="Arial"/>
              </a:rPr>
              <a:t>Level</a:t>
            </a:r>
            <a:endParaRPr b="0" lang="en-C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CA" sz="1800" spc="-1" strike="noStrike">
                <a:solidFill>
                  <a:srgbClr val="000000"/>
                </a:solidFill>
                <a:latin typeface="Arial"/>
              </a:rPr>
              <a:t>Fifth </a:t>
            </a:r>
            <a:r>
              <a:rPr b="0" lang="en-CA" sz="1800" spc="-1" strike="noStrike">
                <a:solidFill>
                  <a:srgbClr val="000000"/>
                </a:solidFill>
                <a:latin typeface="Arial"/>
              </a:rPr>
              <a:t>Outl</a:t>
            </a:r>
            <a:r>
              <a:rPr b="0" lang="en-CA" sz="1800" spc="-1" strike="noStrike">
                <a:solidFill>
                  <a:srgbClr val="000000"/>
                </a:solidFill>
                <a:latin typeface="Arial"/>
              </a:rPr>
              <a:t>ine </a:t>
            </a:r>
            <a:r>
              <a:rPr b="0" lang="en-CA" sz="1800" spc="-1" strike="noStrike">
                <a:solidFill>
                  <a:srgbClr val="000000"/>
                </a:solidFill>
                <a:latin typeface="Arial"/>
              </a:rPr>
              <a:t>Lev</a:t>
            </a:r>
            <a:r>
              <a:rPr b="0" lang="en-CA" sz="1800" spc="-1" strike="noStrike">
                <a:solidFill>
                  <a:srgbClr val="000000"/>
                </a:solidFill>
                <a:latin typeface="Arial"/>
              </a:rPr>
              <a:t>el</a:t>
            </a:r>
            <a:endParaRPr b="0" lang="en-CA"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CA" sz="1800" spc="-1" strike="noStrike">
                <a:solidFill>
                  <a:srgbClr val="000000"/>
                </a:solidFill>
                <a:latin typeface="Arial"/>
              </a:rPr>
              <a:t>S</a:t>
            </a:r>
            <a:r>
              <a:rPr b="0" lang="en-CA" sz="1800" spc="-1" strike="noStrike">
                <a:solidFill>
                  <a:srgbClr val="000000"/>
                </a:solidFill>
                <a:latin typeface="Arial"/>
              </a:rPr>
              <a:t>i</a:t>
            </a:r>
            <a:r>
              <a:rPr b="0" lang="en-CA" sz="1800" spc="-1" strike="noStrike">
                <a:solidFill>
                  <a:srgbClr val="000000"/>
                </a:solidFill>
                <a:latin typeface="Arial"/>
              </a:rPr>
              <a:t>x</a:t>
            </a:r>
            <a:r>
              <a:rPr b="0" lang="en-CA" sz="1800" spc="-1" strike="noStrike">
                <a:solidFill>
                  <a:srgbClr val="000000"/>
                </a:solidFill>
                <a:latin typeface="Arial"/>
              </a:rPr>
              <a:t>t</a:t>
            </a:r>
            <a:r>
              <a:rPr b="0" lang="en-CA" sz="1800" spc="-1" strike="noStrike">
                <a:solidFill>
                  <a:srgbClr val="000000"/>
                </a:solidFill>
                <a:latin typeface="Arial"/>
              </a:rPr>
              <a:t>h</a:t>
            </a:r>
            <a:r>
              <a:rPr b="0" lang="en-CA" sz="1800" spc="-1" strike="noStrike">
                <a:solidFill>
                  <a:srgbClr val="000000"/>
                </a:solidFill>
                <a:latin typeface="Arial"/>
              </a:rPr>
              <a:t> </a:t>
            </a:r>
            <a:r>
              <a:rPr b="0" lang="en-CA" sz="1800" spc="-1" strike="noStrike">
                <a:solidFill>
                  <a:srgbClr val="000000"/>
                </a:solidFill>
                <a:latin typeface="Arial"/>
              </a:rPr>
              <a:t>O</a:t>
            </a:r>
            <a:r>
              <a:rPr b="0" lang="en-CA" sz="1800" spc="-1" strike="noStrike">
                <a:solidFill>
                  <a:srgbClr val="000000"/>
                </a:solidFill>
                <a:latin typeface="Arial"/>
              </a:rPr>
              <a:t>u</a:t>
            </a:r>
            <a:r>
              <a:rPr b="0" lang="en-CA" sz="1800" spc="-1" strike="noStrike">
                <a:solidFill>
                  <a:srgbClr val="000000"/>
                </a:solidFill>
                <a:latin typeface="Arial"/>
              </a:rPr>
              <a:t>t</a:t>
            </a:r>
            <a:r>
              <a:rPr b="0" lang="en-CA" sz="1800" spc="-1" strike="noStrike">
                <a:solidFill>
                  <a:srgbClr val="000000"/>
                </a:solidFill>
                <a:latin typeface="Arial"/>
              </a:rPr>
              <a:t>l</a:t>
            </a:r>
            <a:r>
              <a:rPr b="0" lang="en-CA" sz="1800" spc="-1" strike="noStrike">
                <a:solidFill>
                  <a:srgbClr val="000000"/>
                </a:solidFill>
                <a:latin typeface="Arial"/>
              </a:rPr>
              <a:t>i</a:t>
            </a:r>
            <a:r>
              <a:rPr b="0" lang="en-CA" sz="1800" spc="-1" strike="noStrike">
                <a:solidFill>
                  <a:srgbClr val="000000"/>
                </a:solidFill>
                <a:latin typeface="Arial"/>
              </a:rPr>
              <a:t>n</a:t>
            </a:r>
            <a:r>
              <a:rPr b="0" lang="en-CA" sz="1800" spc="-1" strike="noStrike">
                <a:solidFill>
                  <a:srgbClr val="000000"/>
                </a:solidFill>
                <a:latin typeface="Arial"/>
              </a:rPr>
              <a:t>e</a:t>
            </a:r>
            <a:r>
              <a:rPr b="0" lang="en-CA" sz="1800" spc="-1" strike="noStrike">
                <a:solidFill>
                  <a:srgbClr val="000000"/>
                </a:solidFill>
                <a:latin typeface="Arial"/>
              </a:rPr>
              <a:t> </a:t>
            </a:r>
            <a:r>
              <a:rPr b="0" lang="en-CA" sz="1800" spc="-1" strike="noStrike">
                <a:solidFill>
                  <a:srgbClr val="000000"/>
                </a:solidFill>
                <a:latin typeface="Arial"/>
              </a:rPr>
              <a:t>L</a:t>
            </a:r>
            <a:r>
              <a:rPr b="0" lang="en-CA" sz="1800" spc="-1" strike="noStrike">
                <a:solidFill>
                  <a:srgbClr val="000000"/>
                </a:solidFill>
                <a:latin typeface="Arial"/>
              </a:rPr>
              <a:t>e</a:t>
            </a:r>
            <a:r>
              <a:rPr b="0" lang="en-CA" sz="1800" spc="-1" strike="noStrike">
                <a:solidFill>
                  <a:srgbClr val="000000"/>
                </a:solidFill>
                <a:latin typeface="Arial"/>
              </a:rPr>
              <a:t>v</a:t>
            </a:r>
            <a:r>
              <a:rPr b="0" lang="en-CA" sz="1800" spc="-1" strike="noStrike">
                <a:solidFill>
                  <a:srgbClr val="000000"/>
                </a:solidFill>
                <a:latin typeface="Arial"/>
              </a:rPr>
              <a:t>e</a:t>
            </a:r>
            <a:r>
              <a:rPr b="0" lang="en-CA" sz="1800" spc="-1" strike="noStrike">
                <a:solidFill>
                  <a:srgbClr val="000000"/>
                </a:solidFill>
                <a:latin typeface="Arial"/>
              </a:rPr>
              <a:t>l</a:t>
            </a:r>
            <a:endParaRPr b="0" lang="en-CA"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CA" sz="1800" spc="-1" strike="noStrike">
                <a:solidFill>
                  <a:srgbClr val="000000"/>
                </a:solidFill>
                <a:latin typeface="Arial"/>
              </a:rPr>
              <a:t>S</a:t>
            </a:r>
            <a:r>
              <a:rPr b="0" lang="en-CA" sz="1800" spc="-1" strike="noStrike">
                <a:solidFill>
                  <a:srgbClr val="000000"/>
                </a:solidFill>
                <a:latin typeface="Arial"/>
              </a:rPr>
              <a:t>e</a:t>
            </a:r>
            <a:r>
              <a:rPr b="0" lang="en-CA" sz="1800" spc="-1" strike="noStrike">
                <a:solidFill>
                  <a:srgbClr val="000000"/>
                </a:solidFill>
                <a:latin typeface="Arial"/>
              </a:rPr>
              <a:t>v</a:t>
            </a:r>
            <a:r>
              <a:rPr b="0" lang="en-CA" sz="1800" spc="-1" strike="noStrike">
                <a:solidFill>
                  <a:srgbClr val="000000"/>
                </a:solidFill>
                <a:latin typeface="Arial"/>
              </a:rPr>
              <a:t>e</a:t>
            </a:r>
            <a:r>
              <a:rPr b="0" lang="en-CA" sz="1800" spc="-1" strike="noStrike">
                <a:solidFill>
                  <a:srgbClr val="000000"/>
                </a:solidFill>
                <a:latin typeface="Arial"/>
              </a:rPr>
              <a:t>n</a:t>
            </a:r>
            <a:r>
              <a:rPr b="0" lang="en-CA" sz="1800" spc="-1" strike="noStrike">
                <a:solidFill>
                  <a:srgbClr val="000000"/>
                </a:solidFill>
                <a:latin typeface="Arial"/>
              </a:rPr>
              <a:t>t</a:t>
            </a:r>
            <a:r>
              <a:rPr b="0" lang="en-CA" sz="1800" spc="-1" strike="noStrike">
                <a:solidFill>
                  <a:srgbClr val="000000"/>
                </a:solidFill>
                <a:latin typeface="Arial"/>
              </a:rPr>
              <a:t>h</a:t>
            </a:r>
            <a:r>
              <a:rPr b="0" lang="en-CA" sz="1800" spc="-1" strike="noStrike">
                <a:solidFill>
                  <a:srgbClr val="000000"/>
                </a:solidFill>
                <a:latin typeface="Arial"/>
              </a:rPr>
              <a:t> </a:t>
            </a:r>
            <a:r>
              <a:rPr b="0" lang="en-CA" sz="1800" spc="-1" strike="noStrike">
                <a:solidFill>
                  <a:srgbClr val="000000"/>
                </a:solidFill>
                <a:latin typeface="Arial"/>
              </a:rPr>
              <a:t>O</a:t>
            </a:r>
            <a:r>
              <a:rPr b="0" lang="en-CA" sz="1800" spc="-1" strike="noStrike">
                <a:solidFill>
                  <a:srgbClr val="000000"/>
                </a:solidFill>
                <a:latin typeface="Arial"/>
              </a:rPr>
              <a:t>u</a:t>
            </a:r>
            <a:r>
              <a:rPr b="0" lang="en-CA" sz="1800" spc="-1" strike="noStrike">
                <a:solidFill>
                  <a:srgbClr val="000000"/>
                </a:solidFill>
                <a:latin typeface="Arial"/>
              </a:rPr>
              <a:t>t</a:t>
            </a:r>
            <a:r>
              <a:rPr b="0" lang="en-CA" sz="1800" spc="-1" strike="noStrike">
                <a:solidFill>
                  <a:srgbClr val="000000"/>
                </a:solidFill>
                <a:latin typeface="Arial"/>
              </a:rPr>
              <a:t>l</a:t>
            </a:r>
            <a:r>
              <a:rPr b="0" lang="en-CA" sz="1800" spc="-1" strike="noStrike">
                <a:solidFill>
                  <a:srgbClr val="000000"/>
                </a:solidFill>
                <a:latin typeface="Arial"/>
              </a:rPr>
              <a:t>i</a:t>
            </a:r>
            <a:r>
              <a:rPr b="0" lang="en-CA" sz="1800" spc="-1" strike="noStrike">
                <a:solidFill>
                  <a:srgbClr val="000000"/>
                </a:solidFill>
                <a:latin typeface="Arial"/>
              </a:rPr>
              <a:t>n</a:t>
            </a:r>
            <a:r>
              <a:rPr b="0" lang="en-CA" sz="1800" spc="-1" strike="noStrike">
                <a:solidFill>
                  <a:srgbClr val="000000"/>
                </a:solidFill>
                <a:latin typeface="Arial"/>
              </a:rPr>
              <a:t>e</a:t>
            </a:r>
            <a:r>
              <a:rPr b="0" lang="en-CA" sz="1800" spc="-1" strike="noStrike">
                <a:solidFill>
                  <a:srgbClr val="000000"/>
                </a:solidFill>
                <a:latin typeface="Arial"/>
              </a:rPr>
              <a:t> </a:t>
            </a:r>
            <a:r>
              <a:rPr b="0" lang="en-CA" sz="1800" spc="-1" strike="noStrike">
                <a:solidFill>
                  <a:srgbClr val="000000"/>
                </a:solidFill>
                <a:latin typeface="Arial"/>
              </a:rPr>
              <a:t>L</a:t>
            </a:r>
            <a:r>
              <a:rPr b="0" lang="en-CA" sz="1800" spc="-1" strike="noStrike">
                <a:solidFill>
                  <a:srgbClr val="000000"/>
                </a:solidFill>
                <a:latin typeface="Arial"/>
              </a:rPr>
              <a:t>e</a:t>
            </a:r>
            <a:r>
              <a:rPr b="0" lang="en-CA" sz="1800" spc="-1" strike="noStrike">
                <a:solidFill>
                  <a:srgbClr val="000000"/>
                </a:solidFill>
                <a:latin typeface="Arial"/>
              </a:rPr>
              <a:t>v</a:t>
            </a:r>
            <a:r>
              <a:rPr b="0" lang="en-CA" sz="1800" spc="-1" strike="noStrike">
                <a:solidFill>
                  <a:srgbClr val="000000"/>
                </a:solidFill>
                <a:latin typeface="Arial"/>
              </a:rPr>
              <a:t>e</a:t>
            </a:r>
            <a:r>
              <a:rPr b="0" lang="en-CA" sz="1800" spc="-1" strike="noStrike">
                <a:solidFill>
                  <a:srgbClr val="000000"/>
                </a:solidFill>
                <a:latin typeface="Arial"/>
              </a:rPr>
              <a:t>l</a:t>
            </a:r>
            <a:endParaRPr b="0" lang="en-CA" sz="1800" spc="-1" strike="noStrike">
              <a:solidFill>
                <a:srgbClr val="000000"/>
              </a:solidFill>
              <a:latin typeface="Arial"/>
            </a:endParaRPr>
          </a:p>
        </p:txBody>
      </p:sp>
      <p:sp>
        <p:nvSpPr>
          <p:cNvPr id="3"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CA" sz="1800" spc="-1" strike="noStrike">
                <a:solidFill>
                  <a:srgbClr val="000000"/>
                </a:solidFill>
                <a:latin typeface="Arial"/>
              </a:rPr>
              <a:t>Click to edit the </a:t>
            </a:r>
            <a:r>
              <a:rPr b="0" lang="en-CA" sz="1800" spc="-1" strike="noStrike">
                <a:solidFill>
                  <a:srgbClr val="000000"/>
                </a:solidFill>
                <a:latin typeface="Arial"/>
              </a:rPr>
              <a:t>outline text format</a:t>
            </a:r>
            <a:endParaRPr b="0" lang="en-CA"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CA" sz="1800" spc="-1" strike="noStrike">
                <a:solidFill>
                  <a:srgbClr val="000000"/>
                </a:solidFill>
                <a:latin typeface="Arial"/>
              </a:rPr>
              <a:t>Second Outline </a:t>
            </a:r>
            <a:r>
              <a:rPr b="0" lang="en-CA" sz="1800" spc="-1" strike="noStrike">
                <a:solidFill>
                  <a:srgbClr val="000000"/>
                </a:solidFill>
                <a:latin typeface="Arial"/>
              </a:rPr>
              <a:t>Level</a:t>
            </a:r>
            <a:endParaRPr b="0" lang="en-CA"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CA" sz="1800" spc="-1" strike="noStrike">
                <a:solidFill>
                  <a:srgbClr val="000000"/>
                </a:solidFill>
                <a:latin typeface="Arial"/>
              </a:rPr>
              <a:t>Third Outline </a:t>
            </a:r>
            <a:r>
              <a:rPr b="0" lang="en-CA" sz="1800" spc="-1" strike="noStrike">
                <a:solidFill>
                  <a:srgbClr val="000000"/>
                </a:solidFill>
                <a:latin typeface="Arial"/>
              </a:rPr>
              <a:t>Level</a:t>
            </a:r>
            <a:endParaRPr b="0" lang="en-C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CA" sz="1800" spc="-1" strike="noStrike">
                <a:solidFill>
                  <a:srgbClr val="000000"/>
                </a:solidFill>
                <a:latin typeface="Arial"/>
              </a:rPr>
              <a:t>Fourth </a:t>
            </a:r>
            <a:r>
              <a:rPr b="0" lang="en-CA" sz="1800" spc="-1" strike="noStrike">
                <a:solidFill>
                  <a:srgbClr val="000000"/>
                </a:solidFill>
                <a:latin typeface="Arial"/>
              </a:rPr>
              <a:t>Outline </a:t>
            </a:r>
            <a:r>
              <a:rPr b="0" lang="en-CA" sz="1800" spc="-1" strike="noStrike">
                <a:solidFill>
                  <a:srgbClr val="000000"/>
                </a:solidFill>
                <a:latin typeface="Arial"/>
              </a:rPr>
              <a:t>Level</a:t>
            </a:r>
            <a:endParaRPr b="0" lang="en-C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CA" sz="1800" spc="-1" strike="noStrike">
                <a:solidFill>
                  <a:srgbClr val="000000"/>
                </a:solidFill>
                <a:latin typeface="Arial"/>
              </a:rPr>
              <a:t>Fifth </a:t>
            </a:r>
            <a:r>
              <a:rPr b="0" lang="en-CA" sz="1800" spc="-1" strike="noStrike">
                <a:solidFill>
                  <a:srgbClr val="000000"/>
                </a:solidFill>
                <a:latin typeface="Arial"/>
              </a:rPr>
              <a:t>Outl</a:t>
            </a:r>
            <a:r>
              <a:rPr b="0" lang="en-CA" sz="1800" spc="-1" strike="noStrike">
                <a:solidFill>
                  <a:srgbClr val="000000"/>
                </a:solidFill>
                <a:latin typeface="Arial"/>
              </a:rPr>
              <a:t>ine </a:t>
            </a:r>
            <a:r>
              <a:rPr b="0" lang="en-CA" sz="1800" spc="-1" strike="noStrike">
                <a:solidFill>
                  <a:srgbClr val="000000"/>
                </a:solidFill>
                <a:latin typeface="Arial"/>
              </a:rPr>
              <a:t>Lev</a:t>
            </a:r>
            <a:r>
              <a:rPr b="0" lang="en-CA" sz="1800" spc="-1" strike="noStrike">
                <a:solidFill>
                  <a:srgbClr val="000000"/>
                </a:solidFill>
                <a:latin typeface="Arial"/>
              </a:rPr>
              <a:t>el</a:t>
            </a:r>
            <a:endParaRPr b="0" lang="en-CA"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CA" sz="1800" spc="-1" strike="noStrike">
                <a:solidFill>
                  <a:srgbClr val="000000"/>
                </a:solidFill>
                <a:latin typeface="Arial"/>
              </a:rPr>
              <a:t>S</a:t>
            </a:r>
            <a:r>
              <a:rPr b="0" lang="en-CA" sz="1800" spc="-1" strike="noStrike">
                <a:solidFill>
                  <a:srgbClr val="000000"/>
                </a:solidFill>
                <a:latin typeface="Arial"/>
              </a:rPr>
              <a:t>i</a:t>
            </a:r>
            <a:r>
              <a:rPr b="0" lang="en-CA" sz="1800" spc="-1" strike="noStrike">
                <a:solidFill>
                  <a:srgbClr val="000000"/>
                </a:solidFill>
                <a:latin typeface="Arial"/>
              </a:rPr>
              <a:t>x</a:t>
            </a:r>
            <a:r>
              <a:rPr b="0" lang="en-CA" sz="1800" spc="-1" strike="noStrike">
                <a:solidFill>
                  <a:srgbClr val="000000"/>
                </a:solidFill>
                <a:latin typeface="Arial"/>
              </a:rPr>
              <a:t>t</a:t>
            </a:r>
            <a:r>
              <a:rPr b="0" lang="en-CA" sz="1800" spc="-1" strike="noStrike">
                <a:solidFill>
                  <a:srgbClr val="000000"/>
                </a:solidFill>
                <a:latin typeface="Arial"/>
              </a:rPr>
              <a:t>h</a:t>
            </a:r>
            <a:r>
              <a:rPr b="0" lang="en-CA" sz="1800" spc="-1" strike="noStrike">
                <a:solidFill>
                  <a:srgbClr val="000000"/>
                </a:solidFill>
                <a:latin typeface="Arial"/>
              </a:rPr>
              <a:t> </a:t>
            </a:r>
            <a:r>
              <a:rPr b="0" lang="en-CA" sz="1800" spc="-1" strike="noStrike">
                <a:solidFill>
                  <a:srgbClr val="000000"/>
                </a:solidFill>
                <a:latin typeface="Arial"/>
              </a:rPr>
              <a:t>O</a:t>
            </a:r>
            <a:r>
              <a:rPr b="0" lang="en-CA" sz="1800" spc="-1" strike="noStrike">
                <a:solidFill>
                  <a:srgbClr val="000000"/>
                </a:solidFill>
                <a:latin typeface="Arial"/>
              </a:rPr>
              <a:t>u</a:t>
            </a:r>
            <a:r>
              <a:rPr b="0" lang="en-CA" sz="1800" spc="-1" strike="noStrike">
                <a:solidFill>
                  <a:srgbClr val="000000"/>
                </a:solidFill>
                <a:latin typeface="Arial"/>
              </a:rPr>
              <a:t>t</a:t>
            </a:r>
            <a:r>
              <a:rPr b="0" lang="en-CA" sz="1800" spc="-1" strike="noStrike">
                <a:solidFill>
                  <a:srgbClr val="000000"/>
                </a:solidFill>
                <a:latin typeface="Arial"/>
              </a:rPr>
              <a:t>l</a:t>
            </a:r>
            <a:r>
              <a:rPr b="0" lang="en-CA" sz="1800" spc="-1" strike="noStrike">
                <a:solidFill>
                  <a:srgbClr val="000000"/>
                </a:solidFill>
                <a:latin typeface="Arial"/>
              </a:rPr>
              <a:t>i</a:t>
            </a:r>
            <a:r>
              <a:rPr b="0" lang="en-CA" sz="1800" spc="-1" strike="noStrike">
                <a:solidFill>
                  <a:srgbClr val="000000"/>
                </a:solidFill>
                <a:latin typeface="Arial"/>
              </a:rPr>
              <a:t>n</a:t>
            </a:r>
            <a:r>
              <a:rPr b="0" lang="en-CA" sz="1800" spc="-1" strike="noStrike">
                <a:solidFill>
                  <a:srgbClr val="000000"/>
                </a:solidFill>
                <a:latin typeface="Arial"/>
              </a:rPr>
              <a:t>e</a:t>
            </a:r>
            <a:r>
              <a:rPr b="0" lang="en-CA" sz="1800" spc="-1" strike="noStrike">
                <a:solidFill>
                  <a:srgbClr val="000000"/>
                </a:solidFill>
                <a:latin typeface="Arial"/>
              </a:rPr>
              <a:t> </a:t>
            </a:r>
            <a:r>
              <a:rPr b="0" lang="en-CA" sz="1800" spc="-1" strike="noStrike">
                <a:solidFill>
                  <a:srgbClr val="000000"/>
                </a:solidFill>
                <a:latin typeface="Arial"/>
              </a:rPr>
              <a:t>L</a:t>
            </a:r>
            <a:r>
              <a:rPr b="0" lang="en-CA" sz="1800" spc="-1" strike="noStrike">
                <a:solidFill>
                  <a:srgbClr val="000000"/>
                </a:solidFill>
                <a:latin typeface="Arial"/>
              </a:rPr>
              <a:t>e</a:t>
            </a:r>
            <a:r>
              <a:rPr b="0" lang="en-CA" sz="1800" spc="-1" strike="noStrike">
                <a:solidFill>
                  <a:srgbClr val="000000"/>
                </a:solidFill>
                <a:latin typeface="Arial"/>
              </a:rPr>
              <a:t>v</a:t>
            </a:r>
            <a:r>
              <a:rPr b="0" lang="en-CA" sz="1800" spc="-1" strike="noStrike">
                <a:solidFill>
                  <a:srgbClr val="000000"/>
                </a:solidFill>
                <a:latin typeface="Arial"/>
              </a:rPr>
              <a:t>e</a:t>
            </a:r>
            <a:r>
              <a:rPr b="0" lang="en-CA" sz="1800" spc="-1" strike="noStrike">
                <a:solidFill>
                  <a:srgbClr val="000000"/>
                </a:solidFill>
                <a:latin typeface="Arial"/>
              </a:rPr>
              <a:t>l</a:t>
            </a:r>
            <a:endParaRPr b="0" lang="en-CA"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CA" sz="1800" spc="-1" strike="noStrike">
                <a:solidFill>
                  <a:srgbClr val="000000"/>
                </a:solidFill>
                <a:latin typeface="Arial"/>
              </a:rPr>
              <a:t>S</a:t>
            </a:r>
            <a:r>
              <a:rPr b="0" lang="en-CA" sz="1800" spc="-1" strike="noStrike">
                <a:solidFill>
                  <a:srgbClr val="000000"/>
                </a:solidFill>
                <a:latin typeface="Arial"/>
              </a:rPr>
              <a:t>e</a:t>
            </a:r>
            <a:r>
              <a:rPr b="0" lang="en-CA" sz="1800" spc="-1" strike="noStrike">
                <a:solidFill>
                  <a:srgbClr val="000000"/>
                </a:solidFill>
                <a:latin typeface="Arial"/>
              </a:rPr>
              <a:t>v</a:t>
            </a:r>
            <a:r>
              <a:rPr b="0" lang="en-CA" sz="1800" spc="-1" strike="noStrike">
                <a:solidFill>
                  <a:srgbClr val="000000"/>
                </a:solidFill>
                <a:latin typeface="Arial"/>
              </a:rPr>
              <a:t>e</a:t>
            </a:r>
            <a:r>
              <a:rPr b="0" lang="en-CA" sz="1800" spc="-1" strike="noStrike">
                <a:solidFill>
                  <a:srgbClr val="000000"/>
                </a:solidFill>
                <a:latin typeface="Arial"/>
              </a:rPr>
              <a:t>n</a:t>
            </a:r>
            <a:r>
              <a:rPr b="0" lang="en-CA" sz="1800" spc="-1" strike="noStrike">
                <a:solidFill>
                  <a:srgbClr val="000000"/>
                </a:solidFill>
                <a:latin typeface="Arial"/>
              </a:rPr>
              <a:t>t</a:t>
            </a:r>
            <a:r>
              <a:rPr b="0" lang="en-CA" sz="1800" spc="-1" strike="noStrike">
                <a:solidFill>
                  <a:srgbClr val="000000"/>
                </a:solidFill>
                <a:latin typeface="Arial"/>
              </a:rPr>
              <a:t>h</a:t>
            </a:r>
            <a:r>
              <a:rPr b="0" lang="en-CA" sz="1800" spc="-1" strike="noStrike">
                <a:solidFill>
                  <a:srgbClr val="000000"/>
                </a:solidFill>
                <a:latin typeface="Arial"/>
              </a:rPr>
              <a:t> </a:t>
            </a:r>
            <a:r>
              <a:rPr b="0" lang="en-CA" sz="1800" spc="-1" strike="noStrike">
                <a:solidFill>
                  <a:srgbClr val="000000"/>
                </a:solidFill>
                <a:latin typeface="Arial"/>
              </a:rPr>
              <a:t>O</a:t>
            </a:r>
            <a:r>
              <a:rPr b="0" lang="en-CA" sz="1800" spc="-1" strike="noStrike">
                <a:solidFill>
                  <a:srgbClr val="000000"/>
                </a:solidFill>
                <a:latin typeface="Arial"/>
              </a:rPr>
              <a:t>u</a:t>
            </a:r>
            <a:r>
              <a:rPr b="0" lang="en-CA" sz="1800" spc="-1" strike="noStrike">
                <a:solidFill>
                  <a:srgbClr val="000000"/>
                </a:solidFill>
                <a:latin typeface="Arial"/>
              </a:rPr>
              <a:t>t</a:t>
            </a:r>
            <a:r>
              <a:rPr b="0" lang="en-CA" sz="1800" spc="-1" strike="noStrike">
                <a:solidFill>
                  <a:srgbClr val="000000"/>
                </a:solidFill>
                <a:latin typeface="Arial"/>
              </a:rPr>
              <a:t>l</a:t>
            </a:r>
            <a:r>
              <a:rPr b="0" lang="en-CA" sz="1800" spc="-1" strike="noStrike">
                <a:solidFill>
                  <a:srgbClr val="000000"/>
                </a:solidFill>
                <a:latin typeface="Arial"/>
              </a:rPr>
              <a:t>i</a:t>
            </a:r>
            <a:r>
              <a:rPr b="0" lang="en-CA" sz="1800" spc="-1" strike="noStrike">
                <a:solidFill>
                  <a:srgbClr val="000000"/>
                </a:solidFill>
                <a:latin typeface="Arial"/>
              </a:rPr>
              <a:t>n</a:t>
            </a:r>
            <a:r>
              <a:rPr b="0" lang="en-CA" sz="1800" spc="-1" strike="noStrike">
                <a:solidFill>
                  <a:srgbClr val="000000"/>
                </a:solidFill>
                <a:latin typeface="Arial"/>
              </a:rPr>
              <a:t>e</a:t>
            </a:r>
            <a:r>
              <a:rPr b="0" lang="en-CA" sz="1800" spc="-1" strike="noStrike">
                <a:solidFill>
                  <a:srgbClr val="000000"/>
                </a:solidFill>
                <a:latin typeface="Arial"/>
              </a:rPr>
              <a:t> </a:t>
            </a:r>
            <a:r>
              <a:rPr b="0" lang="en-CA" sz="1800" spc="-1" strike="noStrike">
                <a:solidFill>
                  <a:srgbClr val="000000"/>
                </a:solidFill>
                <a:latin typeface="Arial"/>
              </a:rPr>
              <a:t>L</a:t>
            </a:r>
            <a:r>
              <a:rPr b="0" lang="en-CA" sz="1800" spc="-1" strike="noStrike">
                <a:solidFill>
                  <a:srgbClr val="000000"/>
                </a:solidFill>
                <a:latin typeface="Arial"/>
              </a:rPr>
              <a:t>e</a:t>
            </a:r>
            <a:r>
              <a:rPr b="0" lang="en-CA" sz="1800" spc="-1" strike="noStrike">
                <a:solidFill>
                  <a:srgbClr val="000000"/>
                </a:solidFill>
                <a:latin typeface="Arial"/>
              </a:rPr>
              <a:t>v</a:t>
            </a:r>
            <a:r>
              <a:rPr b="0" lang="en-CA" sz="1800" spc="-1" strike="noStrike">
                <a:solidFill>
                  <a:srgbClr val="000000"/>
                </a:solidFill>
                <a:latin typeface="Arial"/>
              </a:rPr>
              <a:t>e</a:t>
            </a:r>
            <a:r>
              <a:rPr b="0" lang="en-CA" sz="1800" spc="-1" strike="noStrike">
                <a:solidFill>
                  <a:srgbClr val="000000"/>
                </a:solidFill>
                <a:latin typeface="Arial"/>
              </a:rPr>
              <a:t>l</a:t>
            </a:r>
            <a:endParaRPr b="0" lang="en-CA"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9c7a7"/>
        </a:solidFill>
      </p:bgPr>
    </p:bg>
    <p:spTree>
      <p:nvGrpSpPr>
        <p:cNvPr id="1" name=""/>
        <p:cNvGrpSpPr/>
        <p:nvPr/>
      </p:nvGrpSpPr>
      <p:grpSpPr>
        <a:xfrm>
          <a:off x="0" y="0"/>
          <a:ext cx="0" cy="0"/>
          <a:chOff x="0" y="0"/>
          <a:chExt cx="0" cy="0"/>
        </a:xfrm>
      </p:grpSpPr>
      <p:sp>
        <p:nvSpPr>
          <p:cNvPr id="46" name="Shape 0"/>
          <p:cNvSpPr/>
          <p:nvPr/>
        </p:nvSpPr>
        <p:spPr>
          <a:xfrm>
            <a:off x="384120" y="384120"/>
            <a:ext cx="11428920" cy="6033960"/>
          </a:xfrm>
          <a:prstGeom prst="rect">
            <a:avLst/>
          </a:prstGeom>
          <a:solidFill>
            <a:srgbClr val="d9c7a7"/>
          </a:solidFill>
          <a:ln w="2286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47" name="Shape 1"/>
          <p:cNvSpPr/>
          <p:nvPr/>
        </p:nvSpPr>
        <p:spPr>
          <a:xfrm>
            <a:off x="384120" y="384120"/>
            <a:ext cx="11428920" cy="72000"/>
          </a:xfrm>
          <a:prstGeom prst="rect">
            <a:avLst/>
          </a:prstGeom>
          <a:solidFill>
            <a:srgbClr val="875f16"/>
          </a:solidFill>
          <a:ln w="0">
            <a:noFill/>
          </a:ln>
        </p:spPr>
        <p:style>
          <a:lnRef idx="0"/>
          <a:fillRef idx="0"/>
          <a:effectRef idx="0"/>
          <a:fontRef idx="minor"/>
        </p:style>
        <p:txBody>
          <a:bodyPr lIns="90000" rIns="90000" tIns="28080" bIns="28080" anchor="t">
            <a:noAutofit/>
          </a:bodyPr>
          <a:p>
            <a:pPr>
              <a:lnSpc>
                <a:spcPct val="100000"/>
              </a:lnSpc>
            </a:pPr>
            <a:endParaRPr b="0" lang="en-CA" sz="1800" spc="-1" strike="noStrike">
              <a:solidFill>
                <a:srgbClr val="000000"/>
              </a:solidFill>
              <a:latin typeface="Arial"/>
            </a:endParaRPr>
          </a:p>
        </p:txBody>
      </p:sp>
      <p:sp>
        <p:nvSpPr>
          <p:cNvPr id="48" name="Shape 2"/>
          <p:cNvSpPr/>
          <p:nvPr/>
        </p:nvSpPr>
        <p:spPr>
          <a:xfrm>
            <a:off x="51192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49" name="Shape 3"/>
          <p:cNvSpPr/>
          <p:nvPr/>
        </p:nvSpPr>
        <p:spPr>
          <a:xfrm>
            <a:off x="1156716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50" name="Text 4"/>
          <p:cNvSpPr/>
          <p:nvPr/>
        </p:nvSpPr>
        <p:spPr>
          <a:xfrm>
            <a:off x="731520" y="475560"/>
            <a:ext cx="777132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94" strike="noStrike">
                <a:solidFill>
                  <a:srgbClr val="6b4b10"/>
                </a:solidFill>
                <a:latin typeface="Georgia"/>
                <a:ea typeface="Georgia"/>
              </a:rPr>
              <a:t>IDENTITY &amp; ACCESS CONTROL</a:t>
            </a:r>
            <a:endParaRPr b="0" lang="en-CA" sz="950" spc="-1" strike="noStrike">
              <a:solidFill>
                <a:srgbClr val="000000"/>
              </a:solidFill>
              <a:latin typeface="Arial"/>
            </a:endParaRPr>
          </a:p>
        </p:txBody>
      </p:sp>
      <p:sp>
        <p:nvSpPr>
          <p:cNvPr id="51" name="Text 5"/>
          <p:cNvSpPr/>
          <p:nvPr/>
        </p:nvSpPr>
        <p:spPr>
          <a:xfrm>
            <a:off x="731520" y="694800"/>
            <a:ext cx="9600120" cy="547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300" spc="-1" strike="noStrike">
                <a:solidFill>
                  <a:srgbClr val="181512"/>
                </a:solidFill>
                <a:latin typeface="Georgia"/>
                <a:ea typeface="Georgia"/>
              </a:rPr>
              <a:t>Authentication vs. Authorization</a:t>
            </a:r>
            <a:endParaRPr b="0" lang="en-CA" sz="2300" spc="-1" strike="noStrike">
              <a:solidFill>
                <a:srgbClr val="000000"/>
              </a:solidFill>
              <a:latin typeface="Arial"/>
            </a:endParaRPr>
          </a:p>
        </p:txBody>
      </p:sp>
      <p:sp>
        <p:nvSpPr>
          <p:cNvPr id="52" name="Text 6"/>
          <p:cNvSpPr/>
          <p:nvPr/>
        </p:nvSpPr>
        <p:spPr>
          <a:xfrm>
            <a:off x="731520" y="1225440"/>
            <a:ext cx="10514520" cy="27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544a3d"/>
                </a:solidFill>
                <a:latin typeface="Georgia"/>
                <a:ea typeface="Georgia"/>
              </a:rPr>
              <a:t>The Fundamental Boundary: Who Are You? vs. What May You Do?</a:t>
            </a:r>
            <a:endParaRPr b="0" lang="en-CA" sz="1100" spc="-1" strike="noStrike">
              <a:solidFill>
                <a:srgbClr val="000000"/>
              </a:solidFill>
              <a:latin typeface="Arial"/>
            </a:endParaRPr>
          </a:p>
        </p:txBody>
      </p:sp>
      <p:sp>
        <p:nvSpPr>
          <p:cNvPr id="53" name="Text 7"/>
          <p:cNvSpPr/>
          <p:nvPr/>
        </p:nvSpPr>
        <p:spPr>
          <a:xfrm>
            <a:off x="731520" y="6108120"/>
            <a:ext cx="530244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43" strike="noStrike">
                <a:solidFill>
                  <a:srgbClr val="6b4b10"/>
                </a:solidFill>
                <a:latin typeface="Georgia"/>
                <a:ea typeface="Georgia"/>
              </a:rPr>
              <a:t>ACT 1 OF 5  •  ENGINEERING ARCHITECTURE</a:t>
            </a:r>
            <a:endParaRPr b="0" lang="en-CA" sz="850" spc="-1" strike="noStrike">
              <a:solidFill>
                <a:srgbClr val="000000"/>
              </a:solidFill>
              <a:latin typeface="Arial"/>
            </a:endParaRPr>
          </a:p>
        </p:txBody>
      </p:sp>
      <p:sp>
        <p:nvSpPr>
          <p:cNvPr id="54" name="Text 8"/>
          <p:cNvSpPr/>
          <p:nvPr/>
        </p:nvSpPr>
        <p:spPr>
          <a:xfrm>
            <a:off x="6400800" y="6108120"/>
            <a:ext cx="4936680" cy="227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850" spc="-1" strike="noStrike">
                <a:solidFill>
                  <a:srgbClr val="6b4b10"/>
                </a:solidFill>
                <a:latin typeface="Georgia"/>
                <a:ea typeface="Georgia"/>
              </a:rPr>
              <a:t>TIMING: ~45s  |  CONFIDENTIAL EVALUATION</a:t>
            </a:r>
            <a:endParaRPr b="0" lang="en-CA" sz="850" spc="-1" strike="noStrike">
              <a:solidFill>
                <a:srgbClr val="000000"/>
              </a:solidFill>
              <a:latin typeface="Arial"/>
            </a:endParaRPr>
          </a:p>
        </p:txBody>
      </p:sp>
      <p:sp>
        <p:nvSpPr>
          <p:cNvPr id="55" name="Shape 9"/>
          <p:cNvSpPr/>
          <p:nvPr/>
        </p:nvSpPr>
        <p:spPr>
          <a:xfrm>
            <a:off x="731520" y="1691640"/>
            <a:ext cx="5165280" cy="3793680"/>
          </a:xfrm>
          <a:prstGeom prst="roundRect">
            <a:avLst>
              <a:gd name="adj" fmla="val 1928"/>
            </a:avLst>
          </a:prstGeom>
          <a:solidFill>
            <a:srgbClr val="eadeca"/>
          </a:solidFill>
          <a:ln w="1905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56" name="Shape 10"/>
          <p:cNvSpPr/>
          <p:nvPr/>
        </p:nvSpPr>
        <p:spPr>
          <a:xfrm>
            <a:off x="731520" y="1691640"/>
            <a:ext cx="5165280" cy="639000"/>
          </a:xfrm>
          <a:prstGeom prst="rect">
            <a:avLst/>
          </a:prstGeom>
          <a:solidFill>
            <a:srgbClr val="c5af89"/>
          </a:solidFill>
          <a:ln w="1270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57" name="Text 11"/>
          <p:cNvSpPr/>
          <p:nvPr/>
        </p:nvSpPr>
        <p:spPr>
          <a:xfrm>
            <a:off x="914400" y="1764720"/>
            <a:ext cx="4799520" cy="254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81512"/>
                </a:solidFill>
                <a:latin typeface="Georgia"/>
                <a:ea typeface="Georgia"/>
              </a:rPr>
              <a:t>AUTHENTICATION (AuthN)</a:t>
            </a:r>
            <a:endParaRPr b="0" lang="en-CA" sz="1250" spc="-1" strike="noStrike">
              <a:solidFill>
                <a:srgbClr val="000000"/>
              </a:solidFill>
              <a:latin typeface="Arial"/>
            </a:endParaRPr>
          </a:p>
        </p:txBody>
      </p:sp>
      <p:sp>
        <p:nvSpPr>
          <p:cNvPr id="58" name="Text 12"/>
          <p:cNvSpPr/>
          <p:nvPr/>
        </p:nvSpPr>
        <p:spPr>
          <a:xfrm>
            <a:off x="914400" y="2030040"/>
            <a:ext cx="4799520" cy="218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1" strike="noStrike">
                <a:solidFill>
                  <a:srgbClr val="6b4b10"/>
                </a:solidFill>
                <a:latin typeface="Georgia"/>
                <a:ea typeface="Georgia"/>
              </a:rPr>
              <a:t>“</a:t>
            </a:r>
            <a:r>
              <a:rPr b="1" lang="en-US" sz="900" spc="-1" strike="noStrike">
                <a:solidFill>
                  <a:srgbClr val="6b4b10"/>
                </a:solidFill>
                <a:latin typeface="Georgia"/>
                <a:ea typeface="Georgia"/>
              </a:rPr>
              <a:t>WHO ARE YOU?”  —  IDENTITY VERIFICATION</a:t>
            </a:r>
            <a:endParaRPr b="0" lang="en-CA" sz="900" spc="-1" strike="noStrike">
              <a:solidFill>
                <a:srgbClr val="000000"/>
              </a:solidFill>
              <a:latin typeface="Arial"/>
            </a:endParaRPr>
          </a:p>
        </p:txBody>
      </p:sp>
      <p:sp>
        <p:nvSpPr>
          <p:cNvPr id="59" name="Text 13"/>
          <p:cNvSpPr/>
          <p:nvPr/>
        </p:nvSpPr>
        <p:spPr>
          <a:xfrm>
            <a:off x="914400" y="2450520"/>
            <a:ext cx="4799520" cy="21934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050" spc="-1" strike="noStrike">
                <a:solidFill>
                  <a:srgbClr val="6b4b10"/>
                </a:solidFill>
                <a:latin typeface="Arial"/>
                <a:ea typeface="Arial"/>
              </a:rPr>
              <a:t>Proof of Claim:</a:t>
            </a:r>
            <a:endParaRPr b="0" lang="en-CA" sz="1050" spc="-1" strike="noStrike">
              <a:solidFill>
                <a:srgbClr val="000000"/>
              </a:solidFill>
              <a:latin typeface="Arial"/>
            </a:endParaRPr>
          </a:p>
          <a:p>
            <a:pPr>
              <a:lnSpc>
                <a:spcPct val="100000"/>
              </a:lnSpc>
            </a:pPr>
            <a:r>
              <a:rPr b="0" lang="en-US" sz="1000" spc="-1" strike="noStrike">
                <a:solidFill>
                  <a:srgbClr val="2a251e"/>
                </a:solidFill>
                <a:latin typeface="Arial"/>
                <a:ea typeface="Arial"/>
              </a:rPr>
              <a:t>Validates proof: password hashes (Argon2id), WebAuthn cryptographic keys, or asymmetric signatures.</a:t>
            </a:r>
            <a:endParaRPr b="0" lang="en-CA" sz="1000" spc="-1" strike="noStrike">
              <a:solidFill>
                <a:srgbClr val="000000"/>
              </a:solidFill>
              <a:latin typeface="Arial"/>
            </a:endParaRPr>
          </a:p>
          <a:p>
            <a:pPr>
              <a:lnSpc>
                <a:spcPct val="100000"/>
              </a:lnSpc>
            </a:pPr>
            <a:endParaRPr b="0" lang="en-CA" sz="1000" spc="-1" strike="noStrike">
              <a:solidFill>
                <a:srgbClr val="000000"/>
              </a:solidFill>
              <a:latin typeface="Arial"/>
            </a:endParaRPr>
          </a:p>
          <a:p>
            <a:pPr>
              <a:lnSpc>
                <a:spcPct val="100000"/>
              </a:lnSpc>
            </a:pPr>
            <a:r>
              <a:rPr b="1" lang="en-US" sz="1050" spc="-1" strike="noStrike">
                <a:solidFill>
                  <a:srgbClr val="6b4b10"/>
                </a:solidFill>
                <a:latin typeface="Arial"/>
                <a:ea typeface="Arial"/>
              </a:rPr>
              <a:t>MFA Challenges:</a:t>
            </a:r>
            <a:endParaRPr b="0" lang="en-CA" sz="1050" spc="-1" strike="noStrike">
              <a:solidFill>
                <a:srgbClr val="000000"/>
              </a:solidFill>
              <a:latin typeface="Arial"/>
            </a:endParaRPr>
          </a:p>
          <a:p>
            <a:pPr>
              <a:lnSpc>
                <a:spcPct val="100000"/>
              </a:lnSpc>
            </a:pPr>
            <a:r>
              <a:rPr b="0" lang="en-US" sz="1000" spc="-1" strike="noStrike">
                <a:solidFill>
                  <a:srgbClr val="2a251e"/>
                </a:solidFill>
                <a:latin typeface="Arial"/>
                <a:ea typeface="Arial"/>
              </a:rPr>
              <a:t>Combines independent factors: knowledge (password), possession (FIDO2 token, TOTP), or biometrics.</a:t>
            </a:r>
            <a:endParaRPr b="0" lang="en-CA" sz="1000" spc="-1" strike="noStrike">
              <a:solidFill>
                <a:srgbClr val="000000"/>
              </a:solidFill>
              <a:latin typeface="Arial"/>
            </a:endParaRPr>
          </a:p>
          <a:p>
            <a:pPr>
              <a:lnSpc>
                <a:spcPct val="100000"/>
              </a:lnSpc>
            </a:pPr>
            <a:endParaRPr b="0" lang="en-CA" sz="1000" spc="-1" strike="noStrike">
              <a:solidFill>
                <a:srgbClr val="000000"/>
              </a:solidFill>
              <a:latin typeface="Arial"/>
            </a:endParaRPr>
          </a:p>
          <a:p>
            <a:pPr>
              <a:lnSpc>
                <a:spcPct val="100000"/>
              </a:lnSpc>
            </a:pPr>
            <a:r>
              <a:rPr b="1" lang="en-US" sz="1050" spc="-1" strike="noStrike">
                <a:solidFill>
                  <a:srgbClr val="6b4b10"/>
                </a:solidFill>
                <a:latin typeface="Arial"/>
                <a:ea typeface="Arial"/>
              </a:rPr>
              <a:t>Output Artifact:</a:t>
            </a:r>
            <a:endParaRPr b="0" lang="en-CA" sz="1050" spc="-1" strike="noStrike">
              <a:solidFill>
                <a:srgbClr val="000000"/>
              </a:solidFill>
              <a:latin typeface="Arial"/>
            </a:endParaRPr>
          </a:p>
          <a:p>
            <a:pPr defTabSz="914400">
              <a:lnSpc>
                <a:spcPct val="100000"/>
              </a:lnSpc>
              <a:tabLst>
                <a:tab algn="l" pos="0"/>
              </a:tabLst>
            </a:pPr>
            <a:r>
              <a:rPr b="0" lang="en-US" sz="1000" spc="-1" strike="noStrike">
                <a:solidFill>
                  <a:srgbClr val="181512"/>
                </a:solidFill>
                <a:latin typeface="Arial"/>
                <a:ea typeface="Arial"/>
              </a:rPr>
              <a:t>Establishes a verified Principal (e.g. sub: "usr_alice99").</a:t>
            </a:r>
            <a:endParaRPr b="0" lang="en-CA" sz="1000" spc="-1" strike="noStrike">
              <a:solidFill>
                <a:srgbClr val="000000"/>
              </a:solidFill>
              <a:latin typeface="Arial"/>
            </a:endParaRPr>
          </a:p>
        </p:txBody>
      </p:sp>
      <p:sp>
        <p:nvSpPr>
          <p:cNvPr id="60" name="Shape 14"/>
          <p:cNvSpPr/>
          <p:nvPr/>
        </p:nvSpPr>
        <p:spPr>
          <a:xfrm>
            <a:off x="6263640" y="1691640"/>
            <a:ext cx="5165280" cy="3793680"/>
          </a:xfrm>
          <a:prstGeom prst="roundRect">
            <a:avLst>
              <a:gd name="adj" fmla="val 1928"/>
            </a:avLst>
          </a:prstGeom>
          <a:solidFill>
            <a:srgbClr val="eadeca"/>
          </a:solidFill>
          <a:ln w="1905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61" name="Shape 15"/>
          <p:cNvSpPr/>
          <p:nvPr/>
        </p:nvSpPr>
        <p:spPr>
          <a:xfrm>
            <a:off x="6263640" y="1691640"/>
            <a:ext cx="5165280" cy="639000"/>
          </a:xfrm>
          <a:prstGeom prst="rect">
            <a:avLst/>
          </a:prstGeom>
          <a:solidFill>
            <a:srgbClr val="c5af89"/>
          </a:solidFill>
          <a:ln w="1270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62" name="Text 16"/>
          <p:cNvSpPr/>
          <p:nvPr/>
        </p:nvSpPr>
        <p:spPr>
          <a:xfrm>
            <a:off x="6446520" y="1764720"/>
            <a:ext cx="4799520" cy="254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181512"/>
                </a:solidFill>
                <a:latin typeface="Georgia"/>
                <a:ea typeface="Georgia"/>
              </a:rPr>
              <a:t>AUTHORIZATION (AuthZ)</a:t>
            </a:r>
            <a:endParaRPr b="0" lang="en-CA" sz="1250" spc="-1" strike="noStrike">
              <a:solidFill>
                <a:srgbClr val="000000"/>
              </a:solidFill>
              <a:latin typeface="Arial"/>
            </a:endParaRPr>
          </a:p>
        </p:txBody>
      </p:sp>
      <p:sp>
        <p:nvSpPr>
          <p:cNvPr id="63" name="Text 17"/>
          <p:cNvSpPr/>
          <p:nvPr/>
        </p:nvSpPr>
        <p:spPr>
          <a:xfrm>
            <a:off x="6446520" y="2030040"/>
            <a:ext cx="4799520" cy="218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 spc="-1" strike="noStrike">
                <a:solidFill>
                  <a:srgbClr val="6b4b10"/>
                </a:solidFill>
                <a:latin typeface="Georgia"/>
                <a:ea typeface="Georgia"/>
              </a:rPr>
              <a:t>“</a:t>
            </a:r>
            <a:r>
              <a:rPr b="1" lang="en-US" sz="900" spc="-1" strike="noStrike">
                <a:solidFill>
                  <a:srgbClr val="6b4b10"/>
                </a:solidFill>
                <a:latin typeface="Georgia"/>
                <a:ea typeface="Georgia"/>
              </a:rPr>
              <a:t>WHAT MAY YOU DO?”  —  ACCESS PERMISSION</a:t>
            </a:r>
            <a:endParaRPr b="0" lang="en-CA" sz="900" spc="-1" strike="noStrike">
              <a:solidFill>
                <a:srgbClr val="000000"/>
              </a:solidFill>
              <a:latin typeface="Arial"/>
            </a:endParaRPr>
          </a:p>
        </p:txBody>
      </p:sp>
      <p:sp>
        <p:nvSpPr>
          <p:cNvPr id="64" name="Text 18"/>
          <p:cNvSpPr/>
          <p:nvPr/>
        </p:nvSpPr>
        <p:spPr>
          <a:xfrm>
            <a:off x="6446520" y="2450520"/>
            <a:ext cx="4799520" cy="21934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1050" spc="-1" strike="noStrike">
                <a:solidFill>
                  <a:srgbClr val="6b4b10"/>
                </a:solidFill>
                <a:latin typeface="Arial"/>
                <a:ea typeface="Arial"/>
              </a:rPr>
              <a:t>Policy Evaluation:</a:t>
            </a:r>
            <a:endParaRPr b="0" lang="en-CA" sz="1050" spc="-1" strike="noStrike">
              <a:solidFill>
                <a:srgbClr val="000000"/>
              </a:solidFill>
              <a:latin typeface="Arial"/>
            </a:endParaRPr>
          </a:p>
          <a:p>
            <a:pPr>
              <a:lnSpc>
                <a:spcPct val="100000"/>
              </a:lnSpc>
            </a:pPr>
            <a:r>
              <a:rPr b="0" lang="en-US" sz="1000" spc="-1" strike="noStrike">
                <a:solidFill>
                  <a:srgbClr val="2a251e"/>
                </a:solidFill>
                <a:latin typeface="Arial"/>
                <a:ea typeface="Arial"/>
              </a:rPr>
              <a:t>Evaluates whether the verified principal holds permissions for the targeted operation on a specific object.</a:t>
            </a:r>
            <a:endParaRPr b="0" lang="en-CA" sz="1000" spc="-1" strike="noStrike">
              <a:solidFill>
                <a:srgbClr val="000000"/>
              </a:solidFill>
              <a:latin typeface="Arial"/>
            </a:endParaRPr>
          </a:p>
          <a:p>
            <a:pPr>
              <a:lnSpc>
                <a:spcPct val="100000"/>
              </a:lnSpc>
            </a:pPr>
            <a:endParaRPr b="0" lang="en-CA" sz="1000" spc="-1" strike="noStrike">
              <a:solidFill>
                <a:srgbClr val="000000"/>
              </a:solidFill>
              <a:latin typeface="Arial"/>
            </a:endParaRPr>
          </a:p>
          <a:p>
            <a:pPr>
              <a:lnSpc>
                <a:spcPct val="100000"/>
              </a:lnSpc>
            </a:pPr>
            <a:r>
              <a:rPr b="1" lang="en-US" sz="1100" spc="-1" strike="noStrike">
                <a:solidFill>
                  <a:srgbClr val="6b4b10"/>
                </a:solidFill>
                <a:latin typeface="Arial"/>
                <a:ea typeface="Arial"/>
              </a:rPr>
              <a:t>Contextual Governance:</a:t>
            </a:r>
            <a:endParaRPr b="0" lang="en-CA" sz="1100" spc="-1" strike="noStrike">
              <a:solidFill>
                <a:srgbClr val="000000"/>
              </a:solidFill>
              <a:latin typeface="Arial"/>
            </a:endParaRPr>
          </a:p>
          <a:p>
            <a:pPr>
              <a:lnSpc>
                <a:spcPct val="100000"/>
              </a:lnSpc>
            </a:pPr>
            <a:r>
              <a:rPr b="0" lang="en-US" sz="1000" spc="-1" strike="noStrike">
                <a:solidFill>
                  <a:srgbClr val="2a251e"/>
                </a:solidFill>
                <a:latin typeface="Arial"/>
                <a:ea typeface="Arial"/>
              </a:rPr>
              <a:t>Incorporates resource ownership, enterprise tenancy, environmental attributes, and relationships.</a:t>
            </a:r>
            <a:endParaRPr b="0" lang="en-CA" sz="1000" spc="-1" strike="noStrike">
              <a:solidFill>
                <a:srgbClr val="000000"/>
              </a:solidFill>
              <a:latin typeface="Arial"/>
            </a:endParaRPr>
          </a:p>
          <a:p>
            <a:pPr>
              <a:lnSpc>
                <a:spcPct val="100000"/>
              </a:lnSpc>
            </a:pPr>
            <a:endParaRPr b="0" lang="en-CA" sz="1000" spc="-1" strike="noStrike">
              <a:solidFill>
                <a:srgbClr val="000000"/>
              </a:solidFill>
              <a:latin typeface="Arial"/>
            </a:endParaRPr>
          </a:p>
          <a:p>
            <a:pPr>
              <a:lnSpc>
                <a:spcPct val="100000"/>
              </a:lnSpc>
            </a:pPr>
            <a:r>
              <a:rPr b="1" lang="en-US" sz="1050" spc="-1" strike="noStrike">
                <a:solidFill>
                  <a:srgbClr val="6b4b10"/>
                </a:solidFill>
                <a:latin typeface="Arial"/>
                <a:ea typeface="Arial"/>
              </a:rPr>
              <a:t>Output Decision:</a:t>
            </a:r>
            <a:endParaRPr b="0" lang="en-CA" sz="1050" spc="-1" strike="noStrike">
              <a:solidFill>
                <a:srgbClr val="000000"/>
              </a:solidFill>
              <a:latin typeface="Arial"/>
            </a:endParaRPr>
          </a:p>
          <a:p>
            <a:pPr defTabSz="914400">
              <a:lnSpc>
                <a:spcPct val="100000"/>
              </a:lnSpc>
              <a:tabLst>
                <a:tab algn="l" pos="0"/>
              </a:tabLst>
            </a:pPr>
            <a:r>
              <a:rPr b="0" lang="en-US" sz="1000" spc="-1" strike="noStrike">
                <a:solidFill>
                  <a:srgbClr val="181512"/>
                </a:solidFill>
                <a:latin typeface="Arial"/>
                <a:ea typeface="Arial"/>
              </a:rPr>
              <a:t>Deterministic Allow or Deny (HTTP 200 OK or 403 Forbidden).</a:t>
            </a:r>
            <a:endParaRPr b="0" lang="en-CA" sz="1000" spc="-1" strike="noStrike">
              <a:solidFill>
                <a:srgbClr val="000000"/>
              </a:solidFill>
              <a:latin typeface="Arial"/>
            </a:endParaRPr>
          </a:p>
        </p:txBody>
      </p:sp>
      <p:sp>
        <p:nvSpPr>
          <p:cNvPr id="65" name="Shape 19"/>
          <p:cNvSpPr/>
          <p:nvPr/>
        </p:nvSpPr>
        <p:spPr>
          <a:xfrm>
            <a:off x="731520" y="5559480"/>
            <a:ext cx="10697400" cy="474480"/>
          </a:xfrm>
          <a:prstGeom prst="rect">
            <a:avLst/>
          </a:prstGeom>
          <a:solidFill>
            <a:srgbClr val="cfbda0"/>
          </a:solidFill>
          <a:ln w="1270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66" name="Text 20"/>
          <p:cNvSpPr/>
          <p:nvPr/>
        </p:nvSpPr>
        <p:spPr>
          <a:xfrm>
            <a:off x="822960" y="5596200"/>
            <a:ext cx="10514520" cy="383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875f16"/>
                </a:solidFill>
                <a:latin typeface="Georgia"/>
                <a:ea typeface="Georgia"/>
              </a:rPr>
              <a:t>ARCHITECTURAL RULE: </a:t>
            </a:r>
            <a:r>
              <a:rPr b="0" lang="en-US" sz="900" spc="-1" strike="noStrike">
                <a:solidFill>
                  <a:srgbClr val="181512"/>
                </a:solidFill>
                <a:latin typeface="Arial"/>
                <a:ea typeface="Arial"/>
              </a:rPr>
              <a:t>Authentication establishes identity; it NEVER confers entitlement. A valid 200 OK login does not grant resource access.</a:t>
            </a:r>
            <a:endParaRPr b="0" lang="en-CA"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9c7a7"/>
        </a:solidFill>
      </p:bgPr>
    </p:bg>
    <p:spTree>
      <p:nvGrpSpPr>
        <p:cNvPr id="1" name=""/>
        <p:cNvGrpSpPr/>
        <p:nvPr/>
      </p:nvGrpSpPr>
      <p:grpSpPr>
        <a:xfrm>
          <a:off x="0" y="0"/>
          <a:ext cx="0" cy="0"/>
          <a:chOff x="0" y="0"/>
          <a:chExt cx="0" cy="0"/>
        </a:xfrm>
      </p:grpSpPr>
      <p:sp>
        <p:nvSpPr>
          <p:cNvPr id="67" name="Shape 0"/>
          <p:cNvSpPr/>
          <p:nvPr/>
        </p:nvSpPr>
        <p:spPr>
          <a:xfrm>
            <a:off x="384120" y="384120"/>
            <a:ext cx="11428920" cy="6033960"/>
          </a:xfrm>
          <a:prstGeom prst="rect">
            <a:avLst/>
          </a:prstGeom>
          <a:solidFill>
            <a:srgbClr val="d9c7a7"/>
          </a:solidFill>
          <a:ln w="2286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68" name="Shape 1"/>
          <p:cNvSpPr/>
          <p:nvPr/>
        </p:nvSpPr>
        <p:spPr>
          <a:xfrm>
            <a:off x="384120" y="384120"/>
            <a:ext cx="11428920" cy="72000"/>
          </a:xfrm>
          <a:prstGeom prst="rect">
            <a:avLst/>
          </a:prstGeom>
          <a:solidFill>
            <a:srgbClr val="875f16"/>
          </a:solidFill>
          <a:ln w="0">
            <a:noFill/>
          </a:ln>
        </p:spPr>
        <p:style>
          <a:lnRef idx="0"/>
          <a:fillRef idx="0"/>
          <a:effectRef idx="0"/>
          <a:fontRef idx="minor"/>
        </p:style>
        <p:txBody>
          <a:bodyPr lIns="90000" rIns="90000" tIns="28080" bIns="28080" anchor="t">
            <a:noAutofit/>
          </a:bodyPr>
          <a:p>
            <a:pPr>
              <a:lnSpc>
                <a:spcPct val="100000"/>
              </a:lnSpc>
            </a:pPr>
            <a:endParaRPr b="0" lang="en-CA" sz="1800" spc="-1" strike="noStrike">
              <a:solidFill>
                <a:srgbClr val="000000"/>
              </a:solidFill>
              <a:latin typeface="Arial"/>
            </a:endParaRPr>
          </a:p>
        </p:txBody>
      </p:sp>
      <p:sp>
        <p:nvSpPr>
          <p:cNvPr id="69" name="Shape 2"/>
          <p:cNvSpPr/>
          <p:nvPr/>
        </p:nvSpPr>
        <p:spPr>
          <a:xfrm>
            <a:off x="51192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70" name="Shape 3"/>
          <p:cNvSpPr/>
          <p:nvPr/>
        </p:nvSpPr>
        <p:spPr>
          <a:xfrm>
            <a:off x="1156716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71" name="Text 4"/>
          <p:cNvSpPr/>
          <p:nvPr/>
        </p:nvSpPr>
        <p:spPr>
          <a:xfrm>
            <a:off x="731520" y="475560"/>
            <a:ext cx="777132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94" strike="noStrike">
                <a:solidFill>
                  <a:srgbClr val="6b4b10"/>
                </a:solidFill>
                <a:latin typeface="Georgia"/>
                <a:ea typeface="Georgia"/>
              </a:rPr>
              <a:t>VULNERABILITY DEEP-DIVE</a:t>
            </a:r>
            <a:endParaRPr b="0" lang="en-CA" sz="950" spc="-1" strike="noStrike">
              <a:solidFill>
                <a:srgbClr val="000000"/>
              </a:solidFill>
              <a:latin typeface="Arial"/>
            </a:endParaRPr>
          </a:p>
        </p:txBody>
      </p:sp>
      <p:sp>
        <p:nvSpPr>
          <p:cNvPr id="72" name="Text 5"/>
          <p:cNvSpPr/>
          <p:nvPr/>
        </p:nvSpPr>
        <p:spPr>
          <a:xfrm>
            <a:off x="731520" y="694800"/>
            <a:ext cx="9600120" cy="547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300" spc="-1" strike="noStrike">
                <a:solidFill>
                  <a:srgbClr val="181512"/>
                </a:solidFill>
                <a:latin typeface="Georgia"/>
                <a:ea typeface="Georgia"/>
              </a:rPr>
              <a:t>Valid Identity, Wrong Resource</a:t>
            </a:r>
            <a:endParaRPr b="0" lang="en-CA" sz="2300" spc="-1" strike="noStrike">
              <a:solidFill>
                <a:srgbClr val="000000"/>
              </a:solidFill>
              <a:latin typeface="Arial"/>
            </a:endParaRPr>
          </a:p>
        </p:txBody>
      </p:sp>
      <p:sp>
        <p:nvSpPr>
          <p:cNvPr id="73" name="Text 6"/>
          <p:cNvSpPr/>
          <p:nvPr/>
        </p:nvSpPr>
        <p:spPr>
          <a:xfrm>
            <a:off x="731520" y="1225440"/>
            <a:ext cx="10514520" cy="27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544a3d"/>
                </a:solidFill>
                <a:latin typeface="Georgia"/>
                <a:ea typeface="Georgia"/>
              </a:rPr>
              <a:t>The Missing Ownership Check &amp; Broken Object-Level Authorization (BOLA)</a:t>
            </a:r>
            <a:endParaRPr b="0" lang="en-CA" sz="1100" spc="-1" strike="noStrike">
              <a:solidFill>
                <a:srgbClr val="000000"/>
              </a:solidFill>
              <a:latin typeface="Arial"/>
            </a:endParaRPr>
          </a:p>
        </p:txBody>
      </p:sp>
      <p:sp>
        <p:nvSpPr>
          <p:cNvPr id="74" name="Text 7"/>
          <p:cNvSpPr/>
          <p:nvPr/>
        </p:nvSpPr>
        <p:spPr>
          <a:xfrm>
            <a:off x="731520" y="6108120"/>
            <a:ext cx="530244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43" strike="noStrike">
                <a:solidFill>
                  <a:srgbClr val="6b4b10"/>
                </a:solidFill>
                <a:latin typeface="Georgia"/>
                <a:ea typeface="Georgia"/>
              </a:rPr>
              <a:t>ACT 2 OF 5  •  ENGINEERING ARCHITECTURE</a:t>
            </a:r>
            <a:endParaRPr b="0" lang="en-CA" sz="850" spc="-1" strike="noStrike">
              <a:solidFill>
                <a:srgbClr val="000000"/>
              </a:solidFill>
              <a:latin typeface="Arial"/>
            </a:endParaRPr>
          </a:p>
        </p:txBody>
      </p:sp>
      <p:sp>
        <p:nvSpPr>
          <p:cNvPr id="75" name="Text 8"/>
          <p:cNvSpPr/>
          <p:nvPr/>
        </p:nvSpPr>
        <p:spPr>
          <a:xfrm>
            <a:off x="6400800" y="6108120"/>
            <a:ext cx="4936680" cy="227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850" spc="-1" strike="noStrike">
                <a:solidFill>
                  <a:srgbClr val="6b4b10"/>
                </a:solidFill>
                <a:latin typeface="Georgia"/>
                <a:ea typeface="Georgia"/>
              </a:rPr>
              <a:t>TIMING: ~45s  |  CONFIDENTIAL EVALUATION</a:t>
            </a:r>
            <a:endParaRPr b="0" lang="en-CA" sz="850" spc="-1" strike="noStrike">
              <a:solidFill>
                <a:srgbClr val="000000"/>
              </a:solidFill>
              <a:latin typeface="Arial"/>
            </a:endParaRPr>
          </a:p>
        </p:txBody>
      </p:sp>
      <p:sp>
        <p:nvSpPr>
          <p:cNvPr id="76" name="Shape 9"/>
          <p:cNvSpPr/>
          <p:nvPr/>
        </p:nvSpPr>
        <p:spPr>
          <a:xfrm>
            <a:off x="731520" y="1783080"/>
            <a:ext cx="2102040" cy="2284920"/>
          </a:xfrm>
          <a:prstGeom prst="roundRect">
            <a:avLst>
              <a:gd name="adj" fmla="val 16667"/>
            </a:avLst>
          </a:prstGeom>
          <a:solidFill>
            <a:srgbClr val="eadeca"/>
          </a:solidFill>
          <a:ln w="1905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77" name="Text 10"/>
          <p:cNvSpPr/>
          <p:nvPr/>
        </p:nvSpPr>
        <p:spPr>
          <a:xfrm>
            <a:off x="822960" y="1874520"/>
            <a:ext cx="1919160" cy="254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181512"/>
                </a:solidFill>
                <a:latin typeface="Georgia"/>
                <a:ea typeface="Georgia"/>
              </a:rPr>
              <a:t>CLIENT (Alice)</a:t>
            </a:r>
            <a:endParaRPr b="0" lang="en-CA" sz="1000" spc="-1" strike="noStrike">
              <a:solidFill>
                <a:srgbClr val="000000"/>
              </a:solidFill>
              <a:latin typeface="Arial"/>
            </a:endParaRPr>
          </a:p>
        </p:txBody>
      </p:sp>
      <p:sp>
        <p:nvSpPr>
          <p:cNvPr id="78" name="Text 11"/>
          <p:cNvSpPr/>
          <p:nvPr/>
        </p:nvSpPr>
        <p:spPr>
          <a:xfrm>
            <a:off x="822960" y="2176200"/>
            <a:ext cx="1919160" cy="1736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820" spc="-1" strike="noStrike">
                <a:solidFill>
                  <a:srgbClr val="2a251e"/>
                </a:solidFill>
                <a:latin typeface="Arial"/>
                <a:ea typeface="Arial"/>
              </a:rPr>
              <a:t>Untrusted Device</a:t>
            </a:r>
            <a:endParaRPr b="0" lang="en-CA" sz="820" spc="-1" strike="noStrike">
              <a:solidFill>
                <a:srgbClr val="000000"/>
              </a:solidFill>
              <a:latin typeface="Arial"/>
            </a:endParaRPr>
          </a:p>
          <a:p>
            <a:pPr algn="ctr" defTabSz="914400">
              <a:lnSpc>
                <a:spcPct val="100000"/>
              </a:lnSpc>
              <a:tabLst>
                <a:tab algn="l" pos="0"/>
              </a:tabLst>
            </a:pP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1. Authenticates with IdP</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2. Receives JWT (sub: "user_123")</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3. Tampered request:</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GET /orders/456</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Bearer: [Valid JWT]</a:t>
            </a:r>
            <a:endParaRPr b="0" lang="en-CA" sz="820" spc="-1" strike="noStrike">
              <a:solidFill>
                <a:srgbClr val="000000"/>
              </a:solidFill>
              <a:latin typeface="Arial"/>
            </a:endParaRPr>
          </a:p>
        </p:txBody>
      </p:sp>
      <p:sp>
        <p:nvSpPr>
          <p:cNvPr id="79" name="Text 12"/>
          <p:cNvSpPr/>
          <p:nvPr/>
        </p:nvSpPr>
        <p:spPr>
          <a:xfrm>
            <a:off x="731520" y="4133160"/>
            <a:ext cx="2102040" cy="291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750" spc="-1" strike="noStrike">
                <a:solidFill>
                  <a:srgbClr val="6b4b10"/>
                </a:solidFill>
                <a:latin typeface="Calibri"/>
              </a:rPr>
              <a:t>1. Credentials Flow</a:t>
            </a:r>
            <a:endParaRPr b="0" lang="en-CA" sz="750" spc="-1" strike="noStrike">
              <a:solidFill>
                <a:srgbClr val="000000"/>
              </a:solidFill>
              <a:latin typeface="Arial"/>
            </a:endParaRPr>
          </a:p>
          <a:p>
            <a:pPr algn="ctr" defTabSz="914400">
              <a:lnSpc>
                <a:spcPct val="100000"/>
              </a:lnSpc>
              <a:tabLst>
                <a:tab algn="l" pos="0"/>
              </a:tabLst>
            </a:pPr>
            <a:r>
              <a:rPr b="1" lang="en-US" sz="750" spc="-1" strike="noStrike">
                <a:solidFill>
                  <a:srgbClr val="6b4b10"/>
                </a:solidFill>
                <a:latin typeface="Calibri"/>
              </a:rPr>
              <a:t>(OIDC / Token)</a:t>
            </a:r>
            <a:endParaRPr b="0" lang="en-CA" sz="750" spc="-1" strike="noStrike">
              <a:solidFill>
                <a:srgbClr val="000000"/>
              </a:solidFill>
              <a:latin typeface="Arial"/>
            </a:endParaRPr>
          </a:p>
        </p:txBody>
      </p:sp>
      <p:sp>
        <p:nvSpPr>
          <p:cNvPr id="80" name="Shape 13"/>
          <p:cNvSpPr/>
          <p:nvPr/>
        </p:nvSpPr>
        <p:spPr>
          <a:xfrm>
            <a:off x="1691640" y="4443840"/>
            <a:ext cx="163440" cy="127080"/>
          </a:xfrm>
          <a:prstGeom prst="downArrow">
            <a:avLst>
              <a:gd name="adj1" fmla="val 50000"/>
              <a:gd name="adj2" fmla="val 50000"/>
            </a:avLst>
          </a:prstGeom>
          <a:solidFill>
            <a:srgbClr val="6b4b10"/>
          </a:solidFill>
          <a:ln w="6350">
            <a:solidFill>
              <a:srgbClr val="6b4b10"/>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81" name="Shape 14"/>
          <p:cNvSpPr/>
          <p:nvPr/>
        </p:nvSpPr>
        <p:spPr>
          <a:xfrm>
            <a:off x="731520" y="4617720"/>
            <a:ext cx="2102040" cy="1004760"/>
          </a:xfrm>
          <a:prstGeom prst="rect">
            <a:avLst/>
          </a:prstGeom>
          <a:solidFill>
            <a:srgbClr val="cfbda0"/>
          </a:solidFill>
          <a:ln w="1270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82" name="Text 15"/>
          <p:cNvSpPr/>
          <p:nvPr/>
        </p:nvSpPr>
        <p:spPr>
          <a:xfrm>
            <a:off x="822960" y="4709160"/>
            <a:ext cx="1919160" cy="821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780" spc="-1" strike="noStrike">
                <a:solidFill>
                  <a:srgbClr val="181512"/>
                </a:solidFill>
                <a:latin typeface="Georgia"/>
                <a:ea typeface="Georgia"/>
              </a:rPr>
              <a:t>IDENTITY PROVIDER (IdP)</a:t>
            </a:r>
            <a:endParaRPr b="0" lang="en-CA" sz="780" spc="-1" strike="noStrike">
              <a:solidFill>
                <a:srgbClr val="000000"/>
              </a:solidFill>
              <a:latin typeface="Arial"/>
            </a:endParaRPr>
          </a:p>
          <a:p>
            <a:pPr algn="ctr" defTabSz="914400">
              <a:lnSpc>
                <a:spcPct val="100000"/>
              </a:lnSpc>
              <a:tabLst>
                <a:tab algn="l" pos="0"/>
              </a:tabLst>
            </a:pPr>
            <a:r>
              <a:rPr b="0" lang="en-US" sz="780" spc="-1" strike="noStrike">
                <a:solidFill>
                  <a:srgbClr val="181512"/>
                </a:solidFill>
                <a:latin typeface="Georgia"/>
                <a:ea typeface="Georgia"/>
              </a:rPr>
              <a:t>OIDC / OAuth 2.0 Auth Server</a:t>
            </a:r>
            <a:endParaRPr b="0" lang="en-CA" sz="780" spc="-1" strike="noStrike">
              <a:solidFill>
                <a:srgbClr val="000000"/>
              </a:solidFill>
              <a:latin typeface="Arial"/>
            </a:endParaRPr>
          </a:p>
          <a:p>
            <a:pPr algn="ctr" defTabSz="914400">
              <a:lnSpc>
                <a:spcPct val="100000"/>
              </a:lnSpc>
              <a:tabLst>
                <a:tab algn="l" pos="0"/>
              </a:tabLst>
            </a:pPr>
            <a:r>
              <a:rPr b="0" lang="en-US" sz="780" spc="-1" strike="noStrike">
                <a:solidFill>
                  <a:srgbClr val="181512"/>
                </a:solidFill>
                <a:latin typeface="Georgia"/>
                <a:ea typeface="Georgia"/>
              </a:rPr>
              <a:t>Issues RS256 Signed Access JWT</a:t>
            </a:r>
            <a:endParaRPr b="0" lang="en-CA" sz="780" spc="-1" strike="noStrike">
              <a:solidFill>
                <a:srgbClr val="000000"/>
              </a:solidFill>
              <a:latin typeface="Arial"/>
            </a:endParaRPr>
          </a:p>
        </p:txBody>
      </p:sp>
      <p:sp>
        <p:nvSpPr>
          <p:cNvPr id="83" name="Shape 16"/>
          <p:cNvSpPr/>
          <p:nvPr/>
        </p:nvSpPr>
        <p:spPr>
          <a:xfrm>
            <a:off x="3108960" y="1691640"/>
            <a:ext cx="360" cy="4114800"/>
          </a:xfrm>
          <a:prstGeom prst="line">
            <a:avLst/>
          </a:prstGeom>
          <a:ln w="19050">
            <a:solidFill>
              <a:srgbClr val="6b4b10"/>
            </a:solidFill>
            <a:prstDash val="dash"/>
            <a:round/>
          </a:ln>
        </p:spPr>
        <p:style>
          <a:lnRef idx="0"/>
          <a:fillRef idx="0"/>
          <a:effectRef idx="0"/>
          <a:fontRef idx="minor"/>
        </p:style>
        <p:txBody>
          <a:bodyPr lIns="90000" rIns="90000" tIns="45000" bIns="45000" anchor="t" anchorCtr="1">
            <a:noAutofit/>
          </a:bodyPr>
          <a:p>
            <a:endParaRPr b="0" lang="en-CA" sz="1800" spc="-1" strike="noStrike">
              <a:solidFill>
                <a:srgbClr val="000000"/>
              </a:solidFill>
              <a:latin typeface="Arial"/>
            </a:endParaRPr>
          </a:p>
        </p:txBody>
      </p:sp>
      <p:sp>
        <p:nvSpPr>
          <p:cNvPr id="84" name="Text 17"/>
          <p:cNvSpPr/>
          <p:nvPr/>
        </p:nvSpPr>
        <p:spPr>
          <a:xfrm>
            <a:off x="2286000" y="1554480"/>
            <a:ext cx="2193480" cy="20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750" spc="-1" strike="noStrike">
                <a:solidFill>
                  <a:srgbClr val="6b4b10"/>
                </a:solidFill>
                <a:latin typeface="Calibri"/>
              </a:rPr>
              <a:t>TRUST BOUNDARY: PERIMETER</a:t>
            </a:r>
            <a:endParaRPr b="0" lang="en-CA" sz="750" spc="-1" strike="noStrike">
              <a:solidFill>
                <a:srgbClr val="000000"/>
              </a:solidFill>
              <a:latin typeface="Arial"/>
            </a:endParaRPr>
          </a:p>
        </p:txBody>
      </p:sp>
      <p:sp>
        <p:nvSpPr>
          <p:cNvPr id="85" name="Shape 18"/>
          <p:cNvSpPr/>
          <p:nvPr/>
        </p:nvSpPr>
        <p:spPr>
          <a:xfrm>
            <a:off x="3246120" y="2743200"/>
            <a:ext cx="639000" cy="254880"/>
          </a:xfrm>
          <a:prstGeom prst="rightArrow">
            <a:avLst>
              <a:gd name="adj1" fmla="val 50000"/>
              <a:gd name="adj2" fmla="val 50000"/>
            </a:avLst>
          </a:prstGeom>
          <a:solidFill>
            <a:srgbClr val="875f16"/>
          </a:solidFill>
          <a:ln w="6350">
            <a:solidFill>
              <a:srgbClr val="a67c1e"/>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86" name="Shape 19"/>
          <p:cNvSpPr/>
          <p:nvPr/>
        </p:nvSpPr>
        <p:spPr>
          <a:xfrm>
            <a:off x="4023360" y="1783080"/>
            <a:ext cx="3016440" cy="2284920"/>
          </a:xfrm>
          <a:prstGeom prst="roundRect">
            <a:avLst>
              <a:gd name="adj" fmla="val 16667"/>
            </a:avLst>
          </a:prstGeom>
          <a:solidFill>
            <a:srgbClr val="eadeca"/>
          </a:solidFill>
          <a:ln w="1905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87" name="Text 20"/>
          <p:cNvSpPr/>
          <p:nvPr/>
        </p:nvSpPr>
        <p:spPr>
          <a:xfrm>
            <a:off x="4114800" y="1874520"/>
            <a:ext cx="2833560" cy="254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181512"/>
                </a:solidFill>
                <a:latin typeface="Georgia"/>
                <a:ea typeface="Georgia"/>
              </a:rPr>
              <a:t>API GATEWAY / INGRESS</a:t>
            </a:r>
            <a:endParaRPr b="0" lang="en-CA" sz="1000" spc="-1" strike="noStrike">
              <a:solidFill>
                <a:srgbClr val="000000"/>
              </a:solidFill>
              <a:latin typeface="Arial"/>
            </a:endParaRPr>
          </a:p>
        </p:txBody>
      </p:sp>
      <p:sp>
        <p:nvSpPr>
          <p:cNvPr id="88" name="Text 21"/>
          <p:cNvSpPr/>
          <p:nvPr/>
        </p:nvSpPr>
        <p:spPr>
          <a:xfrm>
            <a:off x="4114800" y="2176200"/>
            <a:ext cx="2833560" cy="1736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820" spc="-1" strike="noStrike">
                <a:solidFill>
                  <a:srgbClr val="2a251e"/>
                </a:solidFill>
                <a:latin typeface="Arial"/>
                <a:ea typeface="Arial"/>
              </a:rPr>
              <a:t>Token Validation Only</a:t>
            </a:r>
            <a:endParaRPr b="0" lang="en-CA" sz="820" spc="-1" strike="noStrike">
              <a:solidFill>
                <a:srgbClr val="000000"/>
              </a:solidFill>
              <a:latin typeface="Arial"/>
            </a:endParaRPr>
          </a:p>
          <a:p>
            <a:pPr algn="ctr" defTabSz="914400">
              <a:lnSpc>
                <a:spcPct val="100000"/>
              </a:lnSpc>
              <a:tabLst>
                <a:tab algn="l" pos="0"/>
              </a:tabLst>
            </a:pP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 </a:t>
            </a:r>
            <a:r>
              <a:rPr b="0" lang="en-US" sz="820" spc="-1" strike="noStrike">
                <a:solidFill>
                  <a:srgbClr val="2a251e"/>
                </a:solidFill>
                <a:latin typeface="Arial"/>
                <a:ea typeface="Arial"/>
              </a:rPr>
              <a:t>Signature verified via IdP JWKS</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 </a:t>
            </a:r>
            <a:r>
              <a:rPr b="0" lang="en-US" sz="820" spc="-1" strike="noStrike">
                <a:solidFill>
                  <a:srgbClr val="2a251e"/>
                </a:solidFill>
                <a:latin typeface="Arial"/>
                <a:ea typeface="Arial"/>
              </a:rPr>
              <a:t>Expiration (exp) verified</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 </a:t>
            </a:r>
            <a:r>
              <a:rPr b="0" lang="en-US" sz="820" spc="-1" strike="noStrike">
                <a:solidFill>
                  <a:srgbClr val="2a251e"/>
                </a:solidFill>
                <a:latin typeface="Arial"/>
                <a:ea typeface="Arial"/>
              </a:rPr>
              <a:t>Scope (read:orders) verified</a:t>
            </a:r>
            <a:endParaRPr b="0" lang="en-CA" sz="820" spc="-1" strike="noStrike">
              <a:solidFill>
                <a:srgbClr val="000000"/>
              </a:solidFill>
              <a:latin typeface="Arial"/>
            </a:endParaRPr>
          </a:p>
          <a:p>
            <a:pPr algn="ctr" defTabSz="914400">
              <a:lnSpc>
                <a:spcPct val="100000"/>
              </a:lnSpc>
              <a:tabLst>
                <a:tab algn="l" pos="0"/>
              </a:tabLst>
            </a:pP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STATUS: 200 OK (Authenticated!)</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2a251e"/>
                </a:solidFill>
                <a:latin typeface="Arial"/>
                <a:ea typeface="Arial"/>
              </a:rPr>
              <a:t>Routes request downstream...</a:t>
            </a:r>
            <a:endParaRPr b="0" lang="en-CA" sz="820" spc="-1" strike="noStrike">
              <a:solidFill>
                <a:srgbClr val="000000"/>
              </a:solidFill>
              <a:latin typeface="Arial"/>
            </a:endParaRPr>
          </a:p>
        </p:txBody>
      </p:sp>
      <p:sp>
        <p:nvSpPr>
          <p:cNvPr id="89" name="Shape 22"/>
          <p:cNvSpPr/>
          <p:nvPr/>
        </p:nvSpPr>
        <p:spPr>
          <a:xfrm>
            <a:off x="7178040" y="2743200"/>
            <a:ext cx="547560" cy="254880"/>
          </a:xfrm>
          <a:prstGeom prst="rightArrow">
            <a:avLst>
              <a:gd name="adj1" fmla="val 50000"/>
              <a:gd name="adj2" fmla="val 50000"/>
            </a:avLst>
          </a:prstGeom>
          <a:solidFill>
            <a:srgbClr val="942424"/>
          </a:solidFill>
          <a:ln w="6350">
            <a:solidFill>
              <a:srgbClr val="94242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90" name="Shape 23"/>
          <p:cNvSpPr/>
          <p:nvPr/>
        </p:nvSpPr>
        <p:spPr>
          <a:xfrm>
            <a:off x="7863840" y="1783080"/>
            <a:ext cx="3519360" cy="2284920"/>
          </a:xfrm>
          <a:prstGeom prst="roundRect">
            <a:avLst>
              <a:gd name="adj" fmla="val 16667"/>
            </a:avLst>
          </a:prstGeom>
          <a:solidFill>
            <a:srgbClr val="e8c4c2"/>
          </a:solidFill>
          <a:ln w="25400">
            <a:solidFill>
              <a:srgbClr val="94242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91" name="Text 24"/>
          <p:cNvSpPr/>
          <p:nvPr/>
        </p:nvSpPr>
        <p:spPr>
          <a:xfrm>
            <a:off x="7955280" y="1874520"/>
            <a:ext cx="3336480" cy="254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942424"/>
                </a:solidFill>
                <a:latin typeface="Georgia"/>
                <a:ea typeface="Georgia"/>
              </a:rPr>
              <a:t>ORDER SERVICE (Handler)</a:t>
            </a:r>
            <a:endParaRPr b="0" lang="en-CA" sz="1000" spc="-1" strike="noStrike">
              <a:solidFill>
                <a:srgbClr val="000000"/>
              </a:solidFill>
              <a:latin typeface="Arial"/>
            </a:endParaRPr>
          </a:p>
        </p:txBody>
      </p:sp>
      <p:sp>
        <p:nvSpPr>
          <p:cNvPr id="92" name="Text 25"/>
          <p:cNvSpPr/>
          <p:nvPr/>
        </p:nvSpPr>
        <p:spPr>
          <a:xfrm>
            <a:off x="7955280" y="2176200"/>
            <a:ext cx="3336480" cy="1736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820" spc="-1" strike="noStrike">
                <a:solidFill>
                  <a:srgbClr val="181512"/>
                </a:solidFill>
                <a:latin typeface="Arial"/>
                <a:ea typeface="Arial"/>
              </a:rPr>
              <a:t>CRITICAL BLIND SPOT: BOLA / IDOR</a:t>
            </a:r>
            <a:endParaRPr b="0" lang="en-CA" sz="820" spc="-1" strike="noStrike">
              <a:solidFill>
                <a:srgbClr val="000000"/>
              </a:solidFill>
              <a:latin typeface="Arial"/>
            </a:endParaRPr>
          </a:p>
          <a:p>
            <a:pPr algn="ctr" defTabSz="914400">
              <a:lnSpc>
                <a:spcPct val="100000"/>
              </a:lnSpc>
              <a:tabLst>
                <a:tab algn="l" pos="0"/>
              </a:tabLst>
            </a:pP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181512"/>
                </a:solidFill>
                <a:latin typeface="Arial"/>
                <a:ea typeface="Arial"/>
              </a:rPr>
              <a:t>Missing Resource Authorization Check:</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181512"/>
                </a:solidFill>
                <a:latin typeface="Arial"/>
                <a:ea typeface="Arial"/>
              </a:rPr>
              <a:t>Handler executes:</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181512"/>
                </a:solidFill>
                <a:latin typeface="Arial"/>
                <a:ea typeface="Arial"/>
              </a:rPr>
              <a:t>SELECT * FROM orders WHERE id = 456;</a:t>
            </a:r>
            <a:endParaRPr b="0" lang="en-CA" sz="820" spc="-1" strike="noStrike">
              <a:solidFill>
                <a:srgbClr val="000000"/>
              </a:solidFill>
              <a:latin typeface="Arial"/>
            </a:endParaRPr>
          </a:p>
          <a:p>
            <a:pPr algn="ctr" defTabSz="914400">
              <a:lnSpc>
                <a:spcPct val="100000"/>
              </a:lnSpc>
              <a:tabLst>
                <a:tab algn="l" pos="0"/>
              </a:tabLst>
            </a:pP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181512"/>
                </a:solidFill>
                <a:latin typeface="Arial"/>
                <a:ea typeface="Arial"/>
              </a:rPr>
              <a:t>Fails to verify:</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181512"/>
                </a:solidFill>
                <a:latin typeface="Arial"/>
                <a:ea typeface="Arial"/>
              </a:rPr>
              <a:t>resource.owner_id == principal.sub</a:t>
            </a:r>
            <a:endParaRPr b="0" lang="en-CA" sz="820" spc="-1" strike="noStrike">
              <a:solidFill>
                <a:srgbClr val="000000"/>
              </a:solidFill>
              <a:latin typeface="Arial"/>
            </a:endParaRPr>
          </a:p>
        </p:txBody>
      </p:sp>
      <p:sp>
        <p:nvSpPr>
          <p:cNvPr id="93" name="Shape 26"/>
          <p:cNvSpPr/>
          <p:nvPr/>
        </p:nvSpPr>
        <p:spPr>
          <a:xfrm>
            <a:off x="7863840" y="4617720"/>
            <a:ext cx="3519360" cy="1004760"/>
          </a:xfrm>
          <a:prstGeom prst="rect">
            <a:avLst/>
          </a:prstGeom>
          <a:solidFill>
            <a:srgbClr val="eadeca"/>
          </a:solidFill>
          <a:ln w="1524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94" name="Text 27"/>
          <p:cNvSpPr/>
          <p:nvPr/>
        </p:nvSpPr>
        <p:spPr>
          <a:xfrm>
            <a:off x="7955280" y="4709160"/>
            <a:ext cx="3336480" cy="821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820" spc="-1" strike="noStrike">
                <a:solidFill>
                  <a:srgbClr val="544a3d"/>
                </a:solidFill>
                <a:latin typeface="Georgia"/>
                <a:ea typeface="Georgia"/>
              </a:rPr>
              <a:t>INTERNAL DATABASE</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544a3d"/>
                </a:solidFill>
                <a:latin typeface="Georgia"/>
                <a:ea typeface="Georgia"/>
              </a:rPr>
              <a:t>Returns Bob's order #456 to Alice!</a:t>
            </a:r>
            <a:endParaRPr b="0" lang="en-CA" sz="820" spc="-1" strike="noStrike">
              <a:solidFill>
                <a:srgbClr val="000000"/>
              </a:solidFill>
              <a:latin typeface="Arial"/>
            </a:endParaRPr>
          </a:p>
          <a:p>
            <a:pPr algn="ctr" defTabSz="914400">
              <a:lnSpc>
                <a:spcPct val="100000"/>
              </a:lnSpc>
              <a:tabLst>
                <a:tab algn="l" pos="0"/>
              </a:tabLst>
            </a:pPr>
            <a:r>
              <a:rPr b="0" lang="en-US" sz="820" spc="-1" strike="noStrike">
                <a:solidFill>
                  <a:srgbClr val="544a3d"/>
                </a:solidFill>
                <a:latin typeface="Georgia"/>
                <a:ea typeface="Georgia"/>
              </a:rPr>
              <a:t>Alice owns only #123, but reads #456 via missing AuthZ check.</a:t>
            </a:r>
            <a:endParaRPr b="0" lang="en-CA" sz="820" spc="-1" strike="noStrike">
              <a:solidFill>
                <a:srgbClr val="000000"/>
              </a:solidFill>
              <a:latin typeface="Arial"/>
            </a:endParaRPr>
          </a:p>
        </p:txBody>
      </p:sp>
      <p:sp>
        <p:nvSpPr>
          <p:cNvPr id="95" name="Text 28"/>
          <p:cNvSpPr/>
          <p:nvPr/>
        </p:nvSpPr>
        <p:spPr>
          <a:xfrm>
            <a:off x="8412480" y="4133160"/>
            <a:ext cx="2467800" cy="254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800" spc="-1" strike="noStrike">
                <a:solidFill>
                  <a:srgbClr val="942424"/>
                </a:solidFill>
                <a:latin typeface="Arial"/>
                <a:ea typeface="Arial"/>
              </a:rPr>
              <a:t>Unscoped Query (No AuthZ)</a:t>
            </a:r>
            <a:endParaRPr b="0" lang="en-CA" sz="800" spc="-1" strike="noStrike">
              <a:solidFill>
                <a:srgbClr val="000000"/>
              </a:solidFill>
              <a:latin typeface="Arial"/>
            </a:endParaRPr>
          </a:p>
        </p:txBody>
      </p:sp>
      <p:sp>
        <p:nvSpPr>
          <p:cNvPr id="96" name="Shape 29"/>
          <p:cNvSpPr/>
          <p:nvPr/>
        </p:nvSpPr>
        <p:spPr>
          <a:xfrm>
            <a:off x="9555480" y="4407480"/>
            <a:ext cx="181800" cy="163440"/>
          </a:xfrm>
          <a:prstGeom prst="downArrow">
            <a:avLst>
              <a:gd name="adj1" fmla="val 50000"/>
              <a:gd name="adj2" fmla="val 50000"/>
            </a:avLst>
          </a:prstGeom>
          <a:solidFill>
            <a:srgbClr val="942424"/>
          </a:solidFill>
          <a:ln w="6350">
            <a:solidFill>
              <a:srgbClr val="94242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9c7a7"/>
        </a:solidFill>
      </p:bgPr>
    </p:bg>
    <p:spTree>
      <p:nvGrpSpPr>
        <p:cNvPr id="1" name=""/>
        <p:cNvGrpSpPr/>
        <p:nvPr/>
      </p:nvGrpSpPr>
      <p:grpSpPr>
        <a:xfrm>
          <a:off x="0" y="0"/>
          <a:ext cx="0" cy="0"/>
          <a:chOff x="0" y="0"/>
          <a:chExt cx="0" cy="0"/>
        </a:xfrm>
      </p:grpSpPr>
      <p:sp>
        <p:nvSpPr>
          <p:cNvPr id="97" name="Shape 0"/>
          <p:cNvSpPr/>
          <p:nvPr/>
        </p:nvSpPr>
        <p:spPr>
          <a:xfrm>
            <a:off x="384120" y="384120"/>
            <a:ext cx="11428920" cy="6033960"/>
          </a:xfrm>
          <a:prstGeom prst="rect">
            <a:avLst/>
          </a:prstGeom>
          <a:solidFill>
            <a:srgbClr val="d9c7a7"/>
          </a:solidFill>
          <a:ln w="2286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98" name="Shape 1"/>
          <p:cNvSpPr/>
          <p:nvPr/>
        </p:nvSpPr>
        <p:spPr>
          <a:xfrm>
            <a:off x="384120" y="384120"/>
            <a:ext cx="11428920" cy="72000"/>
          </a:xfrm>
          <a:prstGeom prst="rect">
            <a:avLst/>
          </a:prstGeom>
          <a:solidFill>
            <a:srgbClr val="875f16"/>
          </a:solidFill>
          <a:ln w="0">
            <a:noFill/>
          </a:ln>
        </p:spPr>
        <p:style>
          <a:lnRef idx="0"/>
          <a:fillRef idx="0"/>
          <a:effectRef idx="0"/>
          <a:fontRef idx="minor"/>
        </p:style>
        <p:txBody>
          <a:bodyPr lIns="90000" rIns="90000" tIns="28080" bIns="28080" anchor="t">
            <a:noAutofit/>
          </a:bodyPr>
          <a:p>
            <a:pPr>
              <a:lnSpc>
                <a:spcPct val="100000"/>
              </a:lnSpc>
            </a:pPr>
            <a:endParaRPr b="0" lang="en-CA" sz="1800" spc="-1" strike="noStrike">
              <a:solidFill>
                <a:srgbClr val="000000"/>
              </a:solidFill>
              <a:latin typeface="Arial"/>
            </a:endParaRPr>
          </a:p>
        </p:txBody>
      </p:sp>
      <p:sp>
        <p:nvSpPr>
          <p:cNvPr id="99" name="Shape 2"/>
          <p:cNvSpPr/>
          <p:nvPr/>
        </p:nvSpPr>
        <p:spPr>
          <a:xfrm>
            <a:off x="51192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100" name="Shape 3"/>
          <p:cNvSpPr/>
          <p:nvPr/>
        </p:nvSpPr>
        <p:spPr>
          <a:xfrm>
            <a:off x="1156716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101" name="Text 4"/>
          <p:cNvSpPr/>
          <p:nvPr/>
        </p:nvSpPr>
        <p:spPr>
          <a:xfrm>
            <a:off x="731520" y="475560"/>
            <a:ext cx="777132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94" strike="noStrike">
                <a:solidFill>
                  <a:srgbClr val="6b4b10"/>
                </a:solidFill>
                <a:latin typeface="Georgia"/>
                <a:ea typeface="Georgia"/>
              </a:rPr>
              <a:t>DATA SECURITY &amp; PARSING</a:t>
            </a:r>
            <a:endParaRPr b="0" lang="en-CA" sz="950" spc="-1" strike="noStrike">
              <a:solidFill>
                <a:srgbClr val="000000"/>
              </a:solidFill>
              <a:latin typeface="Arial"/>
            </a:endParaRPr>
          </a:p>
        </p:txBody>
      </p:sp>
      <p:sp>
        <p:nvSpPr>
          <p:cNvPr id="102" name="Text 5"/>
          <p:cNvSpPr/>
          <p:nvPr/>
        </p:nvSpPr>
        <p:spPr>
          <a:xfrm>
            <a:off x="731520" y="694800"/>
            <a:ext cx="9600120" cy="547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300" spc="-1" strike="noStrike">
                <a:solidFill>
                  <a:srgbClr val="181512"/>
                </a:solidFill>
                <a:latin typeface="Georgia"/>
                <a:ea typeface="Georgia"/>
              </a:rPr>
              <a:t>How SQL Injection Changes a Query</a:t>
            </a:r>
            <a:endParaRPr b="0" lang="en-CA" sz="2300" spc="-1" strike="noStrike">
              <a:solidFill>
                <a:srgbClr val="000000"/>
              </a:solidFill>
              <a:latin typeface="Arial"/>
            </a:endParaRPr>
          </a:p>
        </p:txBody>
      </p:sp>
      <p:sp>
        <p:nvSpPr>
          <p:cNvPr id="103" name="Text 6"/>
          <p:cNvSpPr/>
          <p:nvPr/>
        </p:nvSpPr>
        <p:spPr>
          <a:xfrm>
            <a:off x="731520" y="1225440"/>
            <a:ext cx="10514520" cy="27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544a3d"/>
                </a:solidFill>
                <a:latin typeface="Georgia"/>
                <a:ea typeface="Georgia"/>
              </a:rPr>
              <a:t>When Untrusted Input Mutates the Database Parser AST</a:t>
            </a:r>
            <a:endParaRPr b="0" lang="en-CA" sz="1100" spc="-1" strike="noStrike">
              <a:solidFill>
                <a:srgbClr val="000000"/>
              </a:solidFill>
              <a:latin typeface="Arial"/>
            </a:endParaRPr>
          </a:p>
        </p:txBody>
      </p:sp>
      <p:sp>
        <p:nvSpPr>
          <p:cNvPr id="104" name="Text 7"/>
          <p:cNvSpPr/>
          <p:nvPr/>
        </p:nvSpPr>
        <p:spPr>
          <a:xfrm>
            <a:off x="731520" y="6108120"/>
            <a:ext cx="530244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43" strike="noStrike">
                <a:solidFill>
                  <a:srgbClr val="6b4b10"/>
                </a:solidFill>
                <a:latin typeface="Georgia"/>
                <a:ea typeface="Georgia"/>
              </a:rPr>
              <a:t>ACT 3 OF 5  •  ENGINEERING ARCHITECTURE</a:t>
            </a:r>
            <a:endParaRPr b="0" lang="en-CA" sz="850" spc="-1" strike="noStrike">
              <a:solidFill>
                <a:srgbClr val="000000"/>
              </a:solidFill>
              <a:latin typeface="Arial"/>
            </a:endParaRPr>
          </a:p>
        </p:txBody>
      </p:sp>
      <p:sp>
        <p:nvSpPr>
          <p:cNvPr id="105" name="Text 8"/>
          <p:cNvSpPr/>
          <p:nvPr/>
        </p:nvSpPr>
        <p:spPr>
          <a:xfrm>
            <a:off x="6400800" y="6108120"/>
            <a:ext cx="4936680" cy="227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850" spc="-1" strike="noStrike">
                <a:solidFill>
                  <a:srgbClr val="6b4b10"/>
                </a:solidFill>
                <a:latin typeface="Georgia"/>
                <a:ea typeface="Georgia"/>
              </a:rPr>
              <a:t>TIMING: ~45s  |  CONFIDENTIAL EVALUATION</a:t>
            </a:r>
            <a:endParaRPr b="0" lang="en-CA" sz="850" spc="-1" strike="noStrike">
              <a:solidFill>
                <a:srgbClr val="000000"/>
              </a:solidFill>
              <a:latin typeface="Arial"/>
            </a:endParaRPr>
          </a:p>
        </p:txBody>
      </p:sp>
      <p:sp>
        <p:nvSpPr>
          <p:cNvPr id="106" name="Shape 9"/>
          <p:cNvSpPr/>
          <p:nvPr/>
        </p:nvSpPr>
        <p:spPr>
          <a:xfrm>
            <a:off x="731520" y="1691640"/>
            <a:ext cx="5485320" cy="4159440"/>
          </a:xfrm>
          <a:prstGeom prst="roundRect">
            <a:avLst>
              <a:gd name="adj" fmla="val 1758"/>
            </a:avLst>
          </a:prstGeom>
          <a:solidFill>
            <a:srgbClr val="201d19"/>
          </a:solidFill>
          <a:ln w="19050">
            <a:solidFill>
              <a:srgbClr val="94242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ffffff"/>
              </a:solidFill>
              <a:latin typeface="Arial"/>
            </a:endParaRPr>
          </a:p>
        </p:txBody>
      </p:sp>
      <p:sp>
        <p:nvSpPr>
          <p:cNvPr id="107" name="Text 10"/>
          <p:cNvSpPr/>
          <p:nvPr/>
        </p:nvSpPr>
        <p:spPr>
          <a:xfrm>
            <a:off x="914400" y="1810440"/>
            <a:ext cx="5119560" cy="236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e57373"/>
                </a:solidFill>
                <a:latin typeface="Georgia"/>
                <a:ea typeface="Georgia"/>
              </a:rPr>
              <a:t>VULNERABLE QUERY &amp; ATTACK PAYLOAD</a:t>
            </a:r>
            <a:endParaRPr b="0" lang="en-CA" sz="1000" spc="-1" strike="noStrike">
              <a:solidFill>
                <a:srgbClr val="000000"/>
              </a:solidFill>
              <a:latin typeface="Arial"/>
            </a:endParaRPr>
          </a:p>
        </p:txBody>
      </p:sp>
      <p:sp>
        <p:nvSpPr>
          <p:cNvPr id="108" name="Text 11"/>
          <p:cNvSpPr/>
          <p:nvPr/>
        </p:nvSpPr>
        <p:spPr>
          <a:xfrm>
            <a:off x="914400" y="2148840"/>
            <a:ext cx="5119560" cy="3473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US" sz="880" spc="-1" strike="noStrike">
                <a:solidFill>
                  <a:srgbClr val="9e9e9e"/>
                </a:solidFill>
                <a:latin typeface="Courier New"/>
                <a:ea typeface="Courier New"/>
              </a:rPr>
              <a:t>// 1. Flawed Application Code (String Concatenation)</a:t>
            </a:r>
            <a:endParaRPr b="0" lang="en-CA" sz="880" spc="-1" strike="noStrike">
              <a:solidFill>
                <a:srgbClr val="000000"/>
              </a:solidFill>
              <a:latin typeface="Arial"/>
            </a:endParaRPr>
          </a:p>
          <a:p>
            <a:pPr>
              <a:lnSpc>
                <a:spcPct val="100000"/>
              </a:lnSpc>
            </a:pPr>
            <a:r>
              <a:rPr b="0" lang="en-US" sz="880" spc="-1" strike="noStrike">
                <a:solidFill>
                  <a:srgbClr val="ffffff"/>
                </a:solidFill>
                <a:latin typeface="Courier New"/>
                <a:ea typeface="Courier New"/>
              </a:rPr>
              <a:t>const query = "SELECT * FROM users WHERE email = '" + userInput + "' AND active = 1;";</a:t>
            </a:r>
            <a:endParaRPr b="0" lang="en-CA" sz="880" spc="-1" strike="noStrike">
              <a:solidFill>
                <a:srgbClr val="000000"/>
              </a:solidFill>
              <a:latin typeface="Arial"/>
            </a:endParaRPr>
          </a:p>
          <a:p>
            <a:pPr>
              <a:lnSpc>
                <a:spcPct val="100000"/>
              </a:lnSpc>
            </a:pPr>
            <a:endParaRPr b="0" lang="en-CA" sz="880" spc="-1" strike="noStrike">
              <a:solidFill>
                <a:srgbClr val="000000"/>
              </a:solidFill>
              <a:latin typeface="Arial"/>
            </a:endParaRPr>
          </a:p>
          <a:p>
            <a:pPr>
              <a:lnSpc>
                <a:spcPct val="100000"/>
              </a:lnSpc>
            </a:pPr>
            <a:r>
              <a:rPr b="0" lang="en-US" sz="880" spc="-1" strike="noStrike">
                <a:solidFill>
                  <a:srgbClr val="9e9e9e"/>
                </a:solidFill>
                <a:latin typeface="Courier New"/>
                <a:ea typeface="Courier New"/>
              </a:rPr>
              <a:t>// 2. Fictional Attacker Payload</a:t>
            </a:r>
            <a:endParaRPr b="0" lang="en-CA" sz="880" spc="-1" strike="noStrike">
              <a:solidFill>
                <a:srgbClr val="000000"/>
              </a:solidFill>
              <a:latin typeface="Arial"/>
            </a:endParaRPr>
          </a:p>
          <a:p>
            <a:pPr>
              <a:lnSpc>
                <a:spcPct val="100000"/>
              </a:lnSpc>
            </a:pPr>
            <a:r>
              <a:rPr b="0" lang="en-US" sz="920" spc="-1" strike="noStrike">
                <a:solidFill>
                  <a:srgbClr val="ffffff"/>
                </a:solidFill>
                <a:latin typeface="Courier New"/>
                <a:ea typeface="Courier New"/>
              </a:rPr>
              <a:t>userInput = "</a:t>
            </a:r>
            <a:r>
              <a:rPr b="1" lang="en-US" sz="920" spc="-1" strike="noStrike">
                <a:solidFill>
                  <a:srgbClr val="ffd54f"/>
                </a:solidFill>
                <a:latin typeface="Courier New"/>
                <a:ea typeface="Courier New"/>
              </a:rPr>
              <a:t>admin@corp.internal' OR 1=1 --</a:t>
            </a:r>
            <a:r>
              <a:rPr b="0" lang="en-US" sz="920" spc="-1" strike="noStrike">
                <a:solidFill>
                  <a:srgbClr val="ffffff"/>
                </a:solidFill>
                <a:latin typeface="Courier New"/>
                <a:ea typeface="Courier New"/>
              </a:rPr>
              <a:t>"</a:t>
            </a:r>
            <a:endParaRPr b="0" lang="en-CA" sz="920" spc="-1" strike="noStrike">
              <a:solidFill>
                <a:srgbClr val="000000"/>
              </a:solidFill>
              <a:latin typeface="Arial"/>
            </a:endParaRPr>
          </a:p>
          <a:p>
            <a:pPr>
              <a:lnSpc>
                <a:spcPct val="100000"/>
              </a:lnSpc>
            </a:pPr>
            <a:endParaRPr b="0" lang="en-CA" sz="920" spc="-1" strike="noStrike">
              <a:solidFill>
                <a:srgbClr val="000000"/>
              </a:solidFill>
              <a:latin typeface="Arial"/>
            </a:endParaRPr>
          </a:p>
          <a:p>
            <a:pPr>
              <a:lnSpc>
                <a:spcPct val="100000"/>
              </a:lnSpc>
            </a:pPr>
            <a:r>
              <a:rPr b="0" lang="en-US" sz="880" spc="-1" strike="noStrike">
                <a:solidFill>
                  <a:srgbClr val="9e9e9e"/>
                </a:solidFill>
                <a:latin typeface="Courier New"/>
                <a:ea typeface="Courier New"/>
              </a:rPr>
              <a:t>// 3. Executed Query at Database Engine</a:t>
            </a:r>
            <a:endParaRPr b="0" lang="en-CA" sz="880" spc="-1" strike="noStrike">
              <a:solidFill>
                <a:srgbClr val="000000"/>
              </a:solidFill>
              <a:latin typeface="Arial"/>
            </a:endParaRPr>
          </a:p>
          <a:p>
            <a:pPr defTabSz="914400">
              <a:lnSpc>
                <a:spcPct val="100000"/>
              </a:lnSpc>
              <a:tabLst>
                <a:tab algn="l" pos="0"/>
              </a:tabLst>
            </a:pPr>
            <a:r>
              <a:rPr b="0" lang="en-US" sz="880" spc="-1" strike="noStrike">
                <a:solidFill>
                  <a:srgbClr val="81d4fa"/>
                </a:solidFill>
                <a:latin typeface="Courier New"/>
                <a:ea typeface="Courier New"/>
              </a:rPr>
              <a:t>SELECT * FROM users WHERE email = 'admin@corp.internal' </a:t>
            </a:r>
            <a:r>
              <a:rPr b="1" lang="en-US" sz="950" spc="-1" strike="noStrike">
                <a:solidFill>
                  <a:srgbClr val="ef5350"/>
                </a:solidFill>
                <a:latin typeface="Courier New"/>
                <a:ea typeface="Courier New"/>
              </a:rPr>
              <a:t>OR 1=1 </a:t>
            </a:r>
            <a:r>
              <a:rPr b="0" i="1" lang="en-US" sz="880" spc="-1" strike="noStrike">
                <a:solidFill>
                  <a:srgbClr val="a5d6a7"/>
                </a:solidFill>
                <a:latin typeface="Courier New"/>
                <a:ea typeface="Courier New"/>
              </a:rPr>
              <a:t>--' AND active = 1;</a:t>
            </a:r>
            <a:endParaRPr b="0" lang="en-CA" sz="880" spc="-1" strike="noStrike">
              <a:solidFill>
                <a:srgbClr val="000000"/>
              </a:solidFill>
              <a:latin typeface="Arial"/>
            </a:endParaRPr>
          </a:p>
        </p:txBody>
      </p:sp>
      <p:sp>
        <p:nvSpPr>
          <p:cNvPr id="109" name="Shape 12"/>
          <p:cNvSpPr/>
          <p:nvPr/>
        </p:nvSpPr>
        <p:spPr>
          <a:xfrm>
            <a:off x="6492240" y="1691640"/>
            <a:ext cx="4890960" cy="4159440"/>
          </a:xfrm>
          <a:prstGeom prst="roundRect">
            <a:avLst>
              <a:gd name="adj" fmla="val 1758"/>
            </a:avLst>
          </a:prstGeom>
          <a:solidFill>
            <a:srgbClr val="eadeca"/>
          </a:solidFill>
          <a:ln w="1905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10" name="Text 13"/>
          <p:cNvSpPr/>
          <p:nvPr/>
        </p:nvSpPr>
        <p:spPr>
          <a:xfrm>
            <a:off x="6675120" y="1810440"/>
            <a:ext cx="4525200" cy="236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81512"/>
                </a:solidFill>
                <a:latin typeface="Georgia"/>
                <a:ea typeface="Georgia"/>
              </a:rPr>
              <a:t>HOW THE PARSER IS HIJACKED</a:t>
            </a:r>
            <a:endParaRPr b="0" lang="en-CA" sz="1050" spc="-1" strike="noStrike">
              <a:solidFill>
                <a:srgbClr val="000000"/>
              </a:solidFill>
              <a:latin typeface="Arial"/>
            </a:endParaRPr>
          </a:p>
        </p:txBody>
      </p:sp>
      <p:sp>
        <p:nvSpPr>
          <p:cNvPr id="111" name="Text 14"/>
          <p:cNvSpPr/>
          <p:nvPr/>
        </p:nvSpPr>
        <p:spPr>
          <a:xfrm>
            <a:off x="6675120" y="2148840"/>
            <a:ext cx="4525200" cy="3473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en-US" sz="1000" spc="-1" strike="noStrike">
                <a:solidFill>
                  <a:srgbClr val="6b4b10"/>
                </a:solidFill>
                <a:latin typeface="Arial"/>
                <a:ea typeface="Arial"/>
              </a:rPr>
              <a:t>1. Literal Boundary Escape (')</a:t>
            </a:r>
            <a:endParaRPr b="0" lang="en-CA" sz="1000" spc="-1" strike="noStrike">
              <a:solidFill>
                <a:srgbClr val="000000"/>
              </a:solidFill>
              <a:latin typeface="Arial"/>
            </a:endParaRPr>
          </a:p>
          <a:p>
            <a:pPr>
              <a:lnSpc>
                <a:spcPct val="100000"/>
              </a:lnSpc>
            </a:pPr>
            <a:r>
              <a:rPr b="0" lang="en-US" sz="900" spc="-1" strike="noStrike">
                <a:solidFill>
                  <a:srgbClr val="2a251e"/>
                </a:solidFill>
                <a:latin typeface="Arial"/>
                <a:ea typeface="Arial"/>
              </a:rPr>
              <a:t>The injected apostrophe terminates the string literal token. The database lexer exits data mode and begins parsing raw SQL tokens.</a:t>
            </a:r>
            <a:endParaRPr b="0" lang="en-CA" sz="900" spc="-1" strike="noStrike">
              <a:solidFill>
                <a:srgbClr val="000000"/>
              </a:solidFill>
              <a:latin typeface="Arial"/>
            </a:endParaRPr>
          </a:p>
          <a:p>
            <a:pPr>
              <a:lnSpc>
                <a:spcPct val="100000"/>
              </a:lnSpc>
            </a:pPr>
            <a:endParaRPr b="0" lang="en-CA" sz="900" spc="-1" strike="noStrike">
              <a:solidFill>
                <a:srgbClr val="000000"/>
              </a:solidFill>
              <a:latin typeface="Arial"/>
            </a:endParaRPr>
          </a:p>
          <a:p>
            <a:pPr>
              <a:lnSpc>
                <a:spcPct val="100000"/>
              </a:lnSpc>
            </a:pPr>
            <a:r>
              <a:rPr b="1" lang="en-US" sz="1000" spc="-1" strike="noStrike">
                <a:solidFill>
                  <a:srgbClr val="6b4b10"/>
                </a:solidFill>
                <a:latin typeface="Arial"/>
                <a:ea typeface="Arial"/>
              </a:rPr>
              <a:t>2. AST Logic Mutation (OR 1=1)</a:t>
            </a:r>
            <a:endParaRPr b="0" lang="en-CA" sz="1000" spc="-1" strike="noStrike">
              <a:solidFill>
                <a:srgbClr val="000000"/>
              </a:solidFill>
              <a:latin typeface="Arial"/>
            </a:endParaRPr>
          </a:p>
          <a:p>
            <a:pPr>
              <a:lnSpc>
                <a:spcPct val="100000"/>
              </a:lnSpc>
            </a:pPr>
            <a:r>
              <a:rPr b="0" lang="en-US" sz="900" spc="-1" strike="noStrike">
                <a:solidFill>
                  <a:srgbClr val="2a251e"/>
                </a:solidFill>
                <a:latin typeface="Arial"/>
                <a:ea typeface="Arial"/>
              </a:rPr>
              <a:t>The parser creates a new binary operator node in the Abstract Syntax Tree. The tautology (1=1) forces the WHERE clause to evaluate TRUE for all records.</a:t>
            </a:r>
            <a:endParaRPr b="0" lang="en-CA" sz="900" spc="-1" strike="noStrike">
              <a:solidFill>
                <a:srgbClr val="000000"/>
              </a:solidFill>
              <a:latin typeface="Arial"/>
            </a:endParaRPr>
          </a:p>
          <a:p>
            <a:pPr>
              <a:lnSpc>
                <a:spcPct val="100000"/>
              </a:lnSpc>
            </a:pPr>
            <a:endParaRPr b="0" lang="en-CA" sz="900" spc="-1" strike="noStrike">
              <a:solidFill>
                <a:srgbClr val="000000"/>
              </a:solidFill>
              <a:latin typeface="Arial"/>
            </a:endParaRPr>
          </a:p>
          <a:p>
            <a:pPr>
              <a:lnSpc>
                <a:spcPct val="100000"/>
              </a:lnSpc>
            </a:pPr>
            <a:r>
              <a:rPr b="1" lang="en-US" sz="1000" spc="-1" strike="noStrike">
                <a:solidFill>
                  <a:srgbClr val="6b4b10"/>
                </a:solidFill>
                <a:latin typeface="Arial"/>
                <a:ea typeface="Arial"/>
              </a:rPr>
              <a:t>3. Grammar Truncation (--)</a:t>
            </a:r>
            <a:endParaRPr b="0" lang="en-CA" sz="1000" spc="-1" strike="noStrike">
              <a:solidFill>
                <a:srgbClr val="000000"/>
              </a:solidFill>
              <a:latin typeface="Arial"/>
            </a:endParaRPr>
          </a:p>
          <a:p>
            <a:pPr defTabSz="914400">
              <a:lnSpc>
                <a:spcPct val="100000"/>
              </a:lnSpc>
              <a:tabLst>
                <a:tab algn="l" pos="0"/>
              </a:tabLst>
            </a:pPr>
            <a:r>
              <a:rPr b="0" lang="en-US" sz="900" spc="-1" strike="noStrike">
                <a:solidFill>
                  <a:srgbClr val="2a251e"/>
                </a:solidFill>
                <a:latin typeface="Arial"/>
                <a:ea typeface="Arial"/>
              </a:rPr>
              <a:t>The SQL comment delimiter forces the parser to discard the rest of the query, stripping developer tenant &amp; active-state constraints.</a:t>
            </a:r>
            <a:endParaRPr b="0" lang="en-CA"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9c7a7"/>
        </a:solidFill>
      </p:bgPr>
    </p:bg>
    <p:spTree>
      <p:nvGrpSpPr>
        <p:cNvPr id="1" name=""/>
        <p:cNvGrpSpPr/>
        <p:nvPr/>
      </p:nvGrpSpPr>
      <p:grpSpPr>
        <a:xfrm>
          <a:off x="0" y="0"/>
          <a:ext cx="0" cy="0"/>
          <a:chOff x="0" y="0"/>
          <a:chExt cx="0" cy="0"/>
        </a:xfrm>
      </p:grpSpPr>
      <p:sp>
        <p:nvSpPr>
          <p:cNvPr id="112" name="Shape 0"/>
          <p:cNvSpPr/>
          <p:nvPr/>
        </p:nvSpPr>
        <p:spPr>
          <a:xfrm>
            <a:off x="384120" y="384120"/>
            <a:ext cx="11428920" cy="6033960"/>
          </a:xfrm>
          <a:prstGeom prst="rect">
            <a:avLst/>
          </a:prstGeom>
          <a:solidFill>
            <a:srgbClr val="d9c7a7"/>
          </a:solidFill>
          <a:ln w="2286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13" name="Shape 1"/>
          <p:cNvSpPr/>
          <p:nvPr/>
        </p:nvSpPr>
        <p:spPr>
          <a:xfrm>
            <a:off x="384120" y="384120"/>
            <a:ext cx="11428920" cy="72000"/>
          </a:xfrm>
          <a:prstGeom prst="rect">
            <a:avLst/>
          </a:prstGeom>
          <a:solidFill>
            <a:srgbClr val="875f16"/>
          </a:solidFill>
          <a:ln w="0">
            <a:noFill/>
          </a:ln>
        </p:spPr>
        <p:style>
          <a:lnRef idx="0"/>
          <a:fillRef idx="0"/>
          <a:effectRef idx="0"/>
          <a:fontRef idx="minor"/>
        </p:style>
        <p:txBody>
          <a:bodyPr lIns="90000" rIns="90000" tIns="28080" bIns="28080" anchor="t">
            <a:noAutofit/>
          </a:bodyPr>
          <a:p>
            <a:pPr>
              <a:lnSpc>
                <a:spcPct val="100000"/>
              </a:lnSpc>
            </a:pPr>
            <a:endParaRPr b="0" lang="en-CA" sz="1800" spc="-1" strike="noStrike">
              <a:solidFill>
                <a:srgbClr val="000000"/>
              </a:solidFill>
              <a:latin typeface="Arial"/>
            </a:endParaRPr>
          </a:p>
        </p:txBody>
      </p:sp>
      <p:sp>
        <p:nvSpPr>
          <p:cNvPr id="114" name="Shape 2"/>
          <p:cNvSpPr/>
          <p:nvPr/>
        </p:nvSpPr>
        <p:spPr>
          <a:xfrm>
            <a:off x="51192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115" name="Shape 3"/>
          <p:cNvSpPr/>
          <p:nvPr/>
        </p:nvSpPr>
        <p:spPr>
          <a:xfrm>
            <a:off x="1156716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116" name="Text 4"/>
          <p:cNvSpPr/>
          <p:nvPr/>
        </p:nvSpPr>
        <p:spPr>
          <a:xfrm>
            <a:off x="731520" y="475560"/>
            <a:ext cx="777132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94" strike="noStrike">
                <a:solidFill>
                  <a:srgbClr val="6b4b10"/>
                </a:solidFill>
                <a:latin typeface="Georgia"/>
                <a:ea typeface="Georgia"/>
              </a:rPr>
              <a:t>PRODUCTION RESILIENCE</a:t>
            </a:r>
            <a:endParaRPr b="0" lang="en-CA" sz="950" spc="-1" strike="noStrike">
              <a:solidFill>
                <a:srgbClr val="000000"/>
              </a:solidFill>
              <a:latin typeface="Arial"/>
            </a:endParaRPr>
          </a:p>
        </p:txBody>
      </p:sp>
      <p:sp>
        <p:nvSpPr>
          <p:cNvPr id="117" name="Text 5"/>
          <p:cNvSpPr/>
          <p:nvPr/>
        </p:nvSpPr>
        <p:spPr>
          <a:xfrm>
            <a:off x="731520" y="694800"/>
            <a:ext cx="9600120" cy="547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300" spc="-1" strike="noStrike">
                <a:solidFill>
                  <a:srgbClr val="181512"/>
                </a:solidFill>
                <a:latin typeface="Georgia"/>
                <a:ea typeface="Georgia"/>
              </a:rPr>
              <a:t>Defense in Depth: Code vs. Data</a:t>
            </a:r>
            <a:endParaRPr b="0" lang="en-CA" sz="2300" spc="-1" strike="noStrike">
              <a:solidFill>
                <a:srgbClr val="000000"/>
              </a:solidFill>
              <a:latin typeface="Arial"/>
            </a:endParaRPr>
          </a:p>
        </p:txBody>
      </p:sp>
      <p:sp>
        <p:nvSpPr>
          <p:cNvPr id="118" name="Text 6"/>
          <p:cNvSpPr/>
          <p:nvPr/>
        </p:nvSpPr>
        <p:spPr>
          <a:xfrm>
            <a:off x="731520" y="1225440"/>
            <a:ext cx="10514520" cy="27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544a3d"/>
                </a:solidFill>
                <a:latin typeface="Georgia"/>
                <a:ea typeface="Georgia"/>
              </a:rPr>
              <a:t>Structural Invariance &amp; Multi-Layered Security Controls</a:t>
            </a:r>
            <a:endParaRPr b="0" lang="en-CA" sz="1100" spc="-1" strike="noStrike">
              <a:solidFill>
                <a:srgbClr val="000000"/>
              </a:solidFill>
              <a:latin typeface="Arial"/>
            </a:endParaRPr>
          </a:p>
        </p:txBody>
      </p:sp>
      <p:sp>
        <p:nvSpPr>
          <p:cNvPr id="119" name="Text 7"/>
          <p:cNvSpPr/>
          <p:nvPr/>
        </p:nvSpPr>
        <p:spPr>
          <a:xfrm>
            <a:off x="731520" y="6108120"/>
            <a:ext cx="530244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43" strike="noStrike">
                <a:solidFill>
                  <a:srgbClr val="6b4b10"/>
                </a:solidFill>
                <a:latin typeface="Georgia"/>
                <a:ea typeface="Georgia"/>
              </a:rPr>
              <a:t>ACT 4 OF 5  •  ENGINEERING ARCHITECTURE</a:t>
            </a:r>
            <a:endParaRPr b="0" lang="en-CA" sz="850" spc="-1" strike="noStrike">
              <a:solidFill>
                <a:srgbClr val="000000"/>
              </a:solidFill>
              <a:latin typeface="Arial"/>
            </a:endParaRPr>
          </a:p>
        </p:txBody>
      </p:sp>
      <p:sp>
        <p:nvSpPr>
          <p:cNvPr id="120" name="Text 8"/>
          <p:cNvSpPr/>
          <p:nvPr/>
        </p:nvSpPr>
        <p:spPr>
          <a:xfrm>
            <a:off x="6400800" y="6108120"/>
            <a:ext cx="4936680" cy="227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850" spc="-1" strike="noStrike">
                <a:solidFill>
                  <a:srgbClr val="6b4b10"/>
                </a:solidFill>
                <a:latin typeface="Georgia"/>
                <a:ea typeface="Georgia"/>
              </a:rPr>
              <a:t>TIMING: ~45s  |  CONFIDENTIAL EVALUATION</a:t>
            </a:r>
            <a:endParaRPr b="0" lang="en-CA" sz="850" spc="-1" strike="noStrike">
              <a:solidFill>
                <a:srgbClr val="000000"/>
              </a:solidFill>
              <a:latin typeface="Arial"/>
            </a:endParaRPr>
          </a:p>
        </p:txBody>
      </p:sp>
      <p:sp>
        <p:nvSpPr>
          <p:cNvPr id="121" name="Shape 9"/>
          <p:cNvSpPr/>
          <p:nvPr/>
        </p:nvSpPr>
        <p:spPr>
          <a:xfrm>
            <a:off x="731520" y="1691640"/>
            <a:ext cx="10651680" cy="1964880"/>
          </a:xfrm>
          <a:prstGeom prst="rect">
            <a:avLst/>
          </a:prstGeom>
          <a:solidFill>
            <a:srgbClr val="eadeca"/>
          </a:solidFill>
          <a:ln w="1905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22" name="Text 10"/>
          <p:cNvSpPr/>
          <p:nvPr/>
        </p:nvSpPr>
        <p:spPr>
          <a:xfrm>
            <a:off x="914400" y="1783080"/>
            <a:ext cx="7771320" cy="218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 strike="noStrike">
                <a:solidFill>
                  <a:srgbClr val="181512"/>
                </a:solidFill>
                <a:latin typeface="Georgia"/>
                <a:ea typeface="Georgia"/>
              </a:rPr>
              <a:t>PRIMARY SHIELD: PARAMETERIZATION (STRUCTURAL INVARIANCE)</a:t>
            </a:r>
            <a:endParaRPr b="0" lang="en-CA" sz="950" spc="-1" strike="noStrike">
              <a:solidFill>
                <a:srgbClr val="000000"/>
              </a:solidFill>
              <a:latin typeface="Arial"/>
            </a:endParaRPr>
          </a:p>
        </p:txBody>
      </p:sp>
      <p:sp>
        <p:nvSpPr>
          <p:cNvPr id="123" name="Shape 11"/>
          <p:cNvSpPr/>
          <p:nvPr/>
        </p:nvSpPr>
        <p:spPr>
          <a:xfrm>
            <a:off x="914400" y="2057400"/>
            <a:ext cx="4388040" cy="684720"/>
          </a:xfrm>
          <a:prstGeom prst="roundRect">
            <a:avLst>
              <a:gd name="adj" fmla="val 16667"/>
            </a:avLst>
          </a:prstGeom>
          <a:solidFill>
            <a:srgbClr val="cfbda0"/>
          </a:solidFill>
          <a:ln w="1270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24" name="Text 12"/>
          <p:cNvSpPr/>
          <p:nvPr/>
        </p:nvSpPr>
        <p:spPr>
          <a:xfrm>
            <a:off x="960120" y="2084760"/>
            <a:ext cx="4296600" cy="620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20" spc="-1" strike="noStrike">
                <a:solidFill>
                  <a:srgbClr val="181512"/>
                </a:solidFill>
                <a:latin typeface="Courier New"/>
                <a:ea typeface="Courier New"/>
              </a:rPr>
              <a:t>Phase 1: Parse Skeleton [Fixed Immutable AST]</a:t>
            </a:r>
            <a:endParaRPr b="0" lang="en-CA" sz="820" spc="-1" strike="noStrike">
              <a:solidFill>
                <a:srgbClr val="000000"/>
              </a:solidFill>
              <a:latin typeface="Arial"/>
            </a:endParaRPr>
          </a:p>
          <a:p>
            <a:pPr defTabSz="914400">
              <a:lnSpc>
                <a:spcPct val="100000"/>
              </a:lnSpc>
              <a:tabLst>
                <a:tab algn="l" pos="0"/>
              </a:tabLst>
            </a:pPr>
            <a:r>
              <a:rPr b="0" lang="en-US" sz="820" spc="-1" strike="noStrike">
                <a:solidFill>
                  <a:srgbClr val="181512"/>
                </a:solidFill>
                <a:latin typeface="Courier New"/>
                <a:ea typeface="Courier New"/>
              </a:rPr>
              <a:t>SELECT id, name FROM users WHERE email = $1;</a:t>
            </a:r>
            <a:endParaRPr b="0" lang="en-CA" sz="820" spc="-1" strike="noStrike">
              <a:solidFill>
                <a:srgbClr val="000000"/>
              </a:solidFill>
              <a:latin typeface="Arial"/>
            </a:endParaRPr>
          </a:p>
        </p:txBody>
      </p:sp>
      <p:sp>
        <p:nvSpPr>
          <p:cNvPr id="125" name="Shape 13"/>
          <p:cNvSpPr/>
          <p:nvPr/>
        </p:nvSpPr>
        <p:spPr>
          <a:xfrm>
            <a:off x="5486400" y="2057400"/>
            <a:ext cx="5713920" cy="684720"/>
          </a:xfrm>
          <a:prstGeom prst="roundRect">
            <a:avLst>
              <a:gd name="adj" fmla="val 16667"/>
            </a:avLst>
          </a:prstGeom>
          <a:solidFill>
            <a:srgbClr val="cfbda0"/>
          </a:solidFill>
          <a:ln w="1270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26" name="Text 14"/>
          <p:cNvSpPr/>
          <p:nvPr/>
        </p:nvSpPr>
        <p:spPr>
          <a:xfrm>
            <a:off x="5532120" y="2084760"/>
            <a:ext cx="5622480" cy="620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20" spc="-1" strike="noStrike">
                <a:solidFill>
                  <a:srgbClr val="6b4b10"/>
                </a:solidFill>
                <a:latin typeface="Courier New"/>
                <a:ea typeface="Courier New"/>
              </a:rPr>
              <a:t>Phase 2: Separate Wire Bind Packet (Slot $1)</a:t>
            </a:r>
            <a:endParaRPr b="0" lang="en-CA" sz="820" spc="-1" strike="noStrike">
              <a:solidFill>
                <a:srgbClr val="000000"/>
              </a:solidFill>
              <a:latin typeface="Arial"/>
            </a:endParaRPr>
          </a:p>
          <a:p>
            <a:pPr defTabSz="914400">
              <a:lnSpc>
                <a:spcPct val="100000"/>
              </a:lnSpc>
              <a:tabLst>
                <a:tab algn="l" pos="0"/>
              </a:tabLst>
            </a:pPr>
            <a:r>
              <a:rPr b="0" lang="en-US" sz="820" spc="-1" strike="noStrike">
                <a:solidFill>
                  <a:srgbClr val="6b4b10"/>
                </a:solidFill>
                <a:latin typeface="Courier New"/>
                <a:ea typeface="Courier New"/>
              </a:rPr>
              <a:t>Input "admin' OR 1=1 --" is treated strictly as literal data bytes!</a:t>
            </a:r>
            <a:endParaRPr b="0" lang="en-CA" sz="820" spc="-1" strike="noStrike">
              <a:solidFill>
                <a:srgbClr val="000000"/>
              </a:solidFill>
              <a:latin typeface="Arial"/>
            </a:endParaRPr>
          </a:p>
        </p:txBody>
      </p:sp>
      <p:sp>
        <p:nvSpPr>
          <p:cNvPr id="127" name="Shape 15"/>
          <p:cNvSpPr/>
          <p:nvPr/>
        </p:nvSpPr>
        <p:spPr>
          <a:xfrm>
            <a:off x="914400" y="2834640"/>
            <a:ext cx="10285920" cy="684720"/>
          </a:xfrm>
          <a:prstGeom prst="rect">
            <a:avLst/>
          </a:prstGeom>
          <a:solidFill>
            <a:srgbClr val="201d19"/>
          </a:solidFill>
          <a:ln w="1270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ffffff"/>
              </a:solidFill>
              <a:latin typeface="Arial"/>
            </a:endParaRPr>
          </a:p>
        </p:txBody>
      </p:sp>
      <p:sp>
        <p:nvSpPr>
          <p:cNvPr id="128" name="Text 16"/>
          <p:cNvSpPr/>
          <p:nvPr/>
        </p:nvSpPr>
        <p:spPr>
          <a:xfrm>
            <a:off x="1005840" y="2907720"/>
            <a:ext cx="10057320" cy="501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20" spc="-1" strike="noStrike">
                <a:solidFill>
                  <a:srgbClr val="9e9e9e"/>
                </a:solidFill>
                <a:latin typeface="Courier New"/>
                <a:ea typeface="Courier New"/>
              </a:rPr>
              <a:t>// Production Driver Pattern: </a:t>
            </a:r>
            <a:r>
              <a:rPr b="0" lang="en-US" sz="820" spc="-1" strike="noStrike">
                <a:solidFill>
                  <a:srgbClr val="ffd54f"/>
                </a:solidFill>
                <a:latin typeface="Courier New"/>
                <a:ea typeface="Courier New"/>
              </a:rPr>
              <a:t>await db.query("SELECT id, name FROM users WHERE email = $1 AND active = $2;", [userInput, true]);</a:t>
            </a:r>
            <a:endParaRPr b="0" lang="en-CA" sz="820" spc="-1" strike="noStrike">
              <a:solidFill>
                <a:srgbClr val="000000"/>
              </a:solidFill>
              <a:latin typeface="Arial"/>
            </a:endParaRPr>
          </a:p>
        </p:txBody>
      </p:sp>
      <p:sp>
        <p:nvSpPr>
          <p:cNvPr id="129" name="Shape 17"/>
          <p:cNvSpPr/>
          <p:nvPr/>
        </p:nvSpPr>
        <p:spPr>
          <a:xfrm>
            <a:off x="731520" y="3794760"/>
            <a:ext cx="3400560" cy="2147760"/>
          </a:xfrm>
          <a:prstGeom prst="roundRect">
            <a:avLst>
              <a:gd name="adj" fmla="val 3404"/>
            </a:avLst>
          </a:prstGeom>
          <a:solidFill>
            <a:srgbClr val="eadeca"/>
          </a:solidFill>
          <a:ln w="1905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30" name="Text 18"/>
          <p:cNvSpPr/>
          <p:nvPr/>
        </p:nvSpPr>
        <p:spPr>
          <a:xfrm>
            <a:off x="868680" y="3886200"/>
            <a:ext cx="3126240" cy="218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181512"/>
                </a:solidFill>
                <a:latin typeface="Georgia"/>
                <a:ea typeface="Georgia"/>
              </a:rPr>
              <a:t>1. Least-Privilege DB Roles</a:t>
            </a:r>
            <a:endParaRPr b="0" lang="en-CA" sz="1000" spc="-1" strike="noStrike">
              <a:solidFill>
                <a:srgbClr val="000000"/>
              </a:solidFill>
              <a:latin typeface="Arial"/>
            </a:endParaRPr>
          </a:p>
        </p:txBody>
      </p:sp>
      <p:sp>
        <p:nvSpPr>
          <p:cNvPr id="131" name="Text 19"/>
          <p:cNvSpPr/>
          <p:nvPr/>
        </p:nvSpPr>
        <p:spPr>
          <a:xfrm>
            <a:off x="868680" y="4160520"/>
            <a:ext cx="3126240" cy="16448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en-US" sz="880" spc="-1" strike="noStrike">
                <a:solidFill>
                  <a:srgbClr val="6b4b10"/>
                </a:solidFill>
                <a:latin typeface="Arial"/>
                <a:ea typeface="Arial"/>
              </a:rPr>
              <a:t>Purpose: </a:t>
            </a:r>
            <a:r>
              <a:rPr b="0" lang="en-US" sz="850" spc="-1" strike="noStrike">
                <a:solidFill>
                  <a:srgbClr val="2a251e"/>
                </a:solidFill>
                <a:latin typeface="Arial"/>
                <a:ea typeface="Arial"/>
              </a:rPr>
              <a:t>DML grants only (SELECT, INSERT, UPDATE). Blocks DDL (DROP, ALTER) &amp; OS reads.</a:t>
            </a:r>
            <a:endParaRPr b="0" lang="en-CA" sz="850" spc="-1" strike="noStrike">
              <a:solidFill>
                <a:srgbClr val="000000"/>
              </a:solidFill>
              <a:latin typeface="Arial"/>
            </a:endParaRPr>
          </a:p>
          <a:p>
            <a:pPr defTabSz="914400">
              <a:lnSpc>
                <a:spcPct val="100000"/>
              </a:lnSpc>
              <a:tabLst>
                <a:tab algn="l" pos="0"/>
              </a:tabLst>
            </a:pPr>
            <a:r>
              <a:rPr b="1" lang="en-US" sz="880" spc="-1" strike="noStrike">
                <a:solidFill>
                  <a:srgbClr val="942424"/>
                </a:solidFill>
                <a:latin typeface="Arial"/>
                <a:ea typeface="Arial"/>
              </a:rPr>
              <a:t>Limit: </a:t>
            </a:r>
            <a:r>
              <a:rPr b="0" lang="en-US" sz="850" spc="-1" strike="noStrike">
                <a:solidFill>
                  <a:srgbClr val="544a3d"/>
                </a:solidFill>
                <a:latin typeface="Arial"/>
                <a:ea typeface="Arial"/>
              </a:rPr>
              <a:t>Cannot stop theft from granted tables. Blast-radius containment only.</a:t>
            </a:r>
            <a:endParaRPr b="0" lang="en-CA" sz="850" spc="-1" strike="noStrike">
              <a:solidFill>
                <a:srgbClr val="000000"/>
              </a:solidFill>
              <a:latin typeface="Arial"/>
            </a:endParaRPr>
          </a:p>
        </p:txBody>
      </p:sp>
      <p:sp>
        <p:nvSpPr>
          <p:cNvPr id="132" name="Shape 20"/>
          <p:cNvSpPr/>
          <p:nvPr/>
        </p:nvSpPr>
        <p:spPr>
          <a:xfrm>
            <a:off x="4380120" y="3794760"/>
            <a:ext cx="3400560" cy="2147760"/>
          </a:xfrm>
          <a:prstGeom prst="roundRect">
            <a:avLst>
              <a:gd name="adj" fmla="val 3404"/>
            </a:avLst>
          </a:prstGeom>
          <a:solidFill>
            <a:srgbClr val="eadeca"/>
          </a:solidFill>
          <a:ln w="1905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33" name="Text 21"/>
          <p:cNvSpPr/>
          <p:nvPr/>
        </p:nvSpPr>
        <p:spPr>
          <a:xfrm>
            <a:off x="4517280" y="3886200"/>
            <a:ext cx="3126240" cy="218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181512"/>
                </a:solidFill>
                <a:latin typeface="Georgia"/>
                <a:ea typeface="Georgia"/>
              </a:rPr>
              <a:t>2. WAF &amp; Schema Types</a:t>
            </a:r>
            <a:endParaRPr b="0" lang="en-CA" sz="1000" spc="-1" strike="noStrike">
              <a:solidFill>
                <a:srgbClr val="000000"/>
              </a:solidFill>
              <a:latin typeface="Arial"/>
            </a:endParaRPr>
          </a:p>
        </p:txBody>
      </p:sp>
      <p:sp>
        <p:nvSpPr>
          <p:cNvPr id="134" name="Text 22"/>
          <p:cNvSpPr/>
          <p:nvPr/>
        </p:nvSpPr>
        <p:spPr>
          <a:xfrm>
            <a:off x="4517280" y="4160520"/>
            <a:ext cx="3126240" cy="16448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en-US" sz="880" spc="-1" strike="noStrike">
                <a:solidFill>
                  <a:srgbClr val="6b4b10"/>
                </a:solidFill>
                <a:latin typeface="Arial"/>
                <a:ea typeface="Arial"/>
              </a:rPr>
              <a:t>Purpose: </a:t>
            </a:r>
            <a:r>
              <a:rPr b="0" lang="en-US" sz="850" spc="-1" strike="noStrike">
                <a:solidFill>
                  <a:srgbClr val="2a251e"/>
                </a:solidFill>
                <a:latin typeface="Arial"/>
                <a:ea typeface="Arial"/>
              </a:rPr>
              <a:t>Strict schema contracts (Zod/UUIDs) reject edge malformed payloads.</a:t>
            </a:r>
            <a:endParaRPr b="0" lang="en-CA" sz="850" spc="-1" strike="noStrike">
              <a:solidFill>
                <a:srgbClr val="000000"/>
              </a:solidFill>
              <a:latin typeface="Arial"/>
            </a:endParaRPr>
          </a:p>
          <a:p>
            <a:pPr defTabSz="914400">
              <a:lnSpc>
                <a:spcPct val="100000"/>
              </a:lnSpc>
              <a:tabLst>
                <a:tab algn="l" pos="0"/>
              </a:tabLst>
            </a:pPr>
            <a:r>
              <a:rPr b="1" lang="en-US" sz="880" spc="-1" strike="noStrike">
                <a:solidFill>
                  <a:srgbClr val="942424"/>
                </a:solidFill>
                <a:latin typeface="Arial"/>
                <a:ea typeface="Arial"/>
              </a:rPr>
              <a:t>Limit: </a:t>
            </a:r>
            <a:r>
              <a:rPr b="0" lang="en-US" sz="850" spc="-1" strike="noStrike">
                <a:solidFill>
                  <a:srgbClr val="544a3d"/>
                </a:solidFill>
                <a:latin typeface="Arial"/>
                <a:ea typeface="Arial"/>
              </a:rPr>
              <a:t>Freeform text requires quotes. Validation aids hygiene, not parameterization.</a:t>
            </a:r>
            <a:endParaRPr b="0" lang="en-CA" sz="850" spc="-1" strike="noStrike">
              <a:solidFill>
                <a:srgbClr val="000000"/>
              </a:solidFill>
              <a:latin typeface="Arial"/>
            </a:endParaRPr>
          </a:p>
        </p:txBody>
      </p:sp>
      <p:sp>
        <p:nvSpPr>
          <p:cNvPr id="135" name="Shape 23"/>
          <p:cNvSpPr/>
          <p:nvPr/>
        </p:nvSpPr>
        <p:spPr>
          <a:xfrm>
            <a:off x="8028360" y="3794760"/>
            <a:ext cx="3400560" cy="2147760"/>
          </a:xfrm>
          <a:prstGeom prst="roundRect">
            <a:avLst>
              <a:gd name="adj" fmla="val 3404"/>
            </a:avLst>
          </a:prstGeom>
          <a:solidFill>
            <a:srgbClr val="eadeca"/>
          </a:solidFill>
          <a:ln w="1905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36" name="Text 24"/>
          <p:cNvSpPr/>
          <p:nvPr/>
        </p:nvSpPr>
        <p:spPr>
          <a:xfrm>
            <a:off x="8165520" y="3886200"/>
            <a:ext cx="3126240" cy="218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181512"/>
                </a:solidFill>
                <a:latin typeface="Georgia"/>
                <a:ea typeface="Georgia"/>
              </a:rPr>
              <a:t>3. Safe ORMs &amp; CI Linters</a:t>
            </a:r>
            <a:endParaRPr b="0" lang="en-CA" sz="1000" spc="-1" strike="noStrike">
              <a:solidFill>
                <a:srgbClr val="000000"/>
              </a:solidFill>
              <a:latin typeface="Arial"/>
            </a:endParaRPr>
          </a:p>
        </p:txBody>
      </p:sp>
      <p:sp>
        <p:nvSpPr>
          <p:cNvPr id="137" name="Text 25"/>
          <p:cNvSpPr/>
          <p:nvPr/>
        </p:nvSpPr>
        <p:spPr>
          <a:xfrm>
            <a:off x="8165520" y="4160520"/>
            <a:ext cx="3126240" cy="16448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en-US" sz="880" spc="-1" strike="noStrike">
                <a:solidFill>
                  <a:srgbClr val="6b4b10"/>
                </a:solidFill>
                <a:latin typeface="Arial"/>
                <a:ea typeface="Arial"/>
              </a:rPr>
              <a:t>Purpose: </a:t>
            </a:r>
            <a:r>
              <a:rPr b="0" lang="en-US" sz="850" spc="-1" strike="noStrike">
                <a:solidFill>
                  <a:srgbClr val="2a251e"/>
                </a:solidFill>
                <a:latin typeface="Arial"/>
                <a:ea typeface="Arial"/>
              </a:rPr>
              <a:t>ORMs parameterize ASTs automatically by default.</a:t>
            </a:r>
            <a:endParaRPr b="0" lang="en-CA" sz="850" spc="-1" strike="noStrike">
              <a:solidFill>
                <a:srgbClr val="000000"/>
              </a:solidFill>
              <a:latin typeface="Arial"/>
            </a:endParaRPr>
          </a:p>
          <a:p>
            <a:pPr defTabSz="914400">
              <a:lnSpc>
                <a:spcPct val="100000"/>
              </a:lnSpc>
              <a:tabLst>
                <a:tab algn="l" pos="0"/>
              </a:tabLst>
            </a:pPr>
            <a:r>
              <a:rPr b="1" lang="en-US" sz="880" spc="-1" strike="noStrike">
                <a:solidFill>
                  <a:srgbClr val="942424"/>
                </a:solidFill>
                <a:latin typeface="Arial"/>
                <a:ea typeface="Arial"/>
              </a:rPr>
              <a:t>Limit: </a:t>
            </a:r>
            <a:r>
              <a:rPr b="0" lang="en-US" sz="850" spc="-1" strike="noStrike">
                <a:solidFill>
                  <a:srgbClr val="544a3d"/>
                </a:solidFill>
                <a:latin typeface="Arial"/>
                <a:ea typeface="Arial"/>
              </a:rPr>
              <a:t>Escape hatches ($queryRawUnsafe) reintroduce injection. CI linters must ban them.</a:t>
            </a:r>
            <a:endParaRPr b="0" lang="en-CA"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9c7a7"/>
        </a:solidFill>
      </p:bgPr>
    </p:bg>
    <p:spTree>
      <p:nvGrpSpPr>
        <p:cNvPr id="1" name=""/>
        <p:cNvGrpSpPr/>
        <p:nvPr/>
      </p:nvGrpSpPr>
      <p:grpSpPr>
        <a:xfrm>
          <a:off x="0" y="0"/>
          <a:ext cx="0" cy="0"/>
          <a:chOff x="0" y="0"/>
          <a:chExt cx="0" cy="0"/>
        </a:xfrm>
      </p:grpSpPr>
      <p:sp>
        <p:nvSpPr>
          <p:cNvPr id="138" name="Shape 0"/>
          <p:cNvSpPr/>
          <p:nvPr/>
        </p:nvSpPr>
        <p:spPr>
          <a:xfrm>
            <a:off x="384120" y="384120"/>
            <a:ext cx="11428920" cy="6033960"/>
          </a:xfrm>
          <a:prstGeom prst="rect">
            <a:avLst/>
          </a:prstGeom>
          <a:solidFill>
            <a:srgbClr val="d9c7a7"/>
          </a:solidFill>
          <a:ln w="2286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39" name="Shape 1"/>
          <p:cNvSpPr/>
          <p:nvPr/>
        </p:nvSpPr>
        <p:spPr>
          <a:xfrm>
            <a:off x="384120" y="384120"/>
            <a:ext cx="11428920" cy="72000"/>
          </a:xfrm>
          <a:prstGeom prst="rect">
            <a:avLst/>
          </a:prstGeom>
          <a:solidFill>
            <a:srgbClr val="875f16"/>
          </a:solidFill>
          <a:ln w="0">
            <a:noFill/>
          </a:ln>
        </p:spPr>
        <p:style>
          <a:lnRef idx="0"/>
          <a:fillRef idx="0"/>
          <a:effectRef idx="0"/>
          <a:fontRef idx="minor"/>
        </p:style>
        <p:txBody>
          <a:bodyPr lIns="90000" rIns="90000" tIns="28080" bIns="28080" anchor="t">
            <a:noAutofit/>
          </a:bodyPr>
          <a:p>
            <a:pPr>
              <a:lnSpc>
                <a:spcPct val="100000"/>
              </a:lnSpc>
            </a:pPr>
            <a:endParaRPr b="0" lang="en-CA" sz="1800" spc="-1" strike="noStrike">
              <a:solidFill>
                <a:srgbClr val="000000"/>
              </a:solidFill>
              <a:latin typeface="Arial"/>
            </a:endParaRPr>
          </a:p>
        </p:txBody>
      </p:sp>
      <p:sp>
        <p:nvSpPr>
          <p:cNvPr id="140" name="Shape 2"/>
          <p:cNvSpPr/>
          <p:nvPr/>
        </p:nvSpPr>
        <p:spPr>
          <a:xfrm>
            <a:off x="51192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141" name="Shape 3"/>
          <p:cNvSpPr/>
          <p:nvPr/>
        </p:nvSpPr>
        <p:spPr>
          <a:xfrm>
            <a:off x="11567160" y="493920"/>
            <a:ext cx="108720" cy="108720"/>
          </a:xfrm>
          <a:prstGeom prst="diamond">
            <a:avLst/>
          </a:prstGeom>
          <a:solidFill>
            <a:srgbClr val="875f16"/>
          </a:solidFill>
          <a:ln w="12700">
            <a:solidFill>
              <a:srgbClr val="875f16"/>
            </a:solidFill>
            <a:round/>
          </a:ln>
        </p:spPr>
        <p:style>
          <a:lnRef idx="0"/>
          <a:fillRef idx="0"/>
          <a:effectRef idx="0"/>
          <a:fontRef idx="minor"/>
        </p:style>
        <p:txBody>
          <a:bodyPr lIns="90000" rIns="90000" tIns="9720" bIns="9720" anchor="t">
            <a:noAutofit/>
          </a:bodyPr>
          <a:p>
            <a:pPr>
              <a:lnSpc>
                <a:spcPct val="100000"/>
              </a:lnSpc>
            </a:pPr>
            <a:endParaRPr b="0" lang="en-CA" sz="1800" spc="-1" strike="noStrike">
              <a:solidFill>
                <a:srgbClr val="000000"/>
              </a:solidFill>
              <a:latin typeface="Arial"/>
            </a:endParaRPr>
          </a:p>
        </p:txBody>
      </p:sp>
      <p:sp>
        <p:nvSpPr>
          <p:cNvPr id="142" name="Text 4"/>
          <p:cNvSpPr/>
          <p:nvPr/>
        </p:nvSpPr>
        <p:spPr>
          <a:xfrm>
            <a:off x="731520" y="475560"/>
            <a:ext cx="777132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50" spc="194" strike="noStrike">
                <a:solidFill>
                  <a:srgbClr val="6b4b10"/>
                </a:solidFill>
                <a:latin typeface="Georgia"/>
                <a:ea typeface="Georgia"/>
              </a:rPr>
              <a:t>SUMMARY &amp; ENGINEERING CULTURE</a:t>
            </a:r>
            <a:endParaRPr b="0" lang="en-CA" sz="950" spc="-1" strike="noStrike">
              <a:solidFill>
                <a:srgbClr val="000000"/>
              </a:solidFill>
              <a:latin typeface="Arial"/>
            </a:endParaRPr>
          </a:p>
        </p:txBody>
      </p:sp>
      <p:sp>
        <p:nvSpPr>
          <p:cNvPr id="143" name="Text 5"/>
          <p:cNvSpPr/>
          <p:nvPr/>
        </p:nvSpPr>
        <p:spPr>
          <a:xfrm>
            <a:off x="731520" y="694800"/>
            <a:ext cx="9600120" cy="547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300" spc="-1" strike="noStrike">
                <a:solidFill>
                  <a:srgbClr val="181512"/>
                </a:solidFill>
                <a:latin typeface="Georgia"/>
                <a:ea typeface="Georgia"/>
              </a:rPr>
              <a:t>The Engineering Rule</a:t>
            </a:r>
            <a:endParaRPr b="0" lang="en-CA" sz="2300" spc="-1" strike="noStrike">
              <a:solidFill>
                <a:srgbClr val="000000"/>
              </a:solidFill>
              <a:latin typeface="Arial"/>
            </a:endParaRPr>
          </a:p>
        </p:txBody>
      </p:sp>
      <p:sp>
        <p:nvSpPr>
          <p:cNvPr id="144" name="Text 6"/>
          <p:cNvSpPr/>
          <p:nvPr/>
        </p:nvSpPr>
        <p:spPr>
          <a:xfrm>
            <a:off x="731520" y="1225440"/>
            <a:ext cx="10514520" cy="27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544a3d"/>
                </a:solidFill>
                <a:latin typeface="Georgia"/>
                <a:ea typeface="Georgia"/>
              </a:rPr>
              <a:t>A Unified Mental Model for Production Systems</a:t>
            </a:r>
            <a:endParaRPr b="0" lang="en-CA" sz="1100" spc="-1" strike="noStrike">
              <a:solidFill>
                <a:srgbClr val="000000"/>
              </a:solidFill>
              <a:latin typeface="Arial"/>
            </a:endParaRPr>
          </a:p>
        </p:txBody>
      </p:sp>
      <p:sp>
        <p:nvSpPr>
          <p:cNvPr id="145" name="Text 7"/>
          <p:cNvSpPr/>
          <p:nvPr/>
        </p:nvSpPr>
        <p:spPr>
          <a:xfrm>
            <a:off x="731520" y="6108120"/>
            <a:ext cx="5302440" cy="227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43" strike="noStrike">
                <a:solidFill>
                  <a:srgbClr val="6b4b10"/>
                </a:solidFill>
                <a:latin typeface="Georgia"/>
                <a:ea typeface="Georgia"/>
              </a:rPr>
              <a:t>ACT 5 OF 5  •  ENGINEERING ARCHITECTURE</a:t>
            </a:r>
            <a:endParaRPr b="0" lang="en-CA" sz="850" spc="-1" strike="noStrike">
              <a:solidFill>
                <a:srgbClr val="000000"/>
              </a:solidFill>
              <a:latin typeface="Arial"/>
            </a:endParaRPr>
          </a:p>
        </p:txBody>
      </p:sp>
      <p:sp>
        <p:nvSpPr>
          <p:cNvPr id="146" name="Text 8"/>
          <p:cNvSpPr/>
          <p:nvPr/>
        </p:nvSpPr>
        <p:spPr>
          <a:xfrm>
            <a:off x="6400800" y="6108120"/>
            <a:ext cx="4936680" cy="227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850" spc="-1" strike="noStrike">
                <a:solidFill>
                  <a:srgbClr val="6b4b10"/>
                </a:solidFill>
                <a:latin typeface="Georgia"/>
                <a:ea typeface="Georgia"/>
              </a:rPr>
              <a:t>TIMING: ~45s  |  CONFIDENTIAL EVALUATION</a:t>
            </a:r>
            <a:endParaRPr b="0" lang="en-CA" sz="850" spc="-1" strike="noStrike">
              <a:solidFill>
                <a:srgbClr val="000000"/>
              </a:solidFill>
              <a:latin typeface="Arial"/>
            </a:endParaRPr>
          </a:p>
        </p:txBody>
      </p:sp>
      <p:sp>
        <p:nvSpPr>
          <p:cNvPr id="147" name="Shape 9"/>
          <p:cNvSpPr/>
          <p:nvPr/>
        </p:nvSpPr>
        <p:spPr>
          <a:xfrm>
            <a:off x="731520" y="1691640"/>
            <a:ext cx="10651680" cy="1324800"/>
          </a:xfrm>
          <a:prstGeom prst="roundRect">
            <a:avLst>
              <a:gd name="adj" fmla="val 6897"/>
            </a:avLst>
          </a:prstGeom>
          <a:solidFill>
            <a:srgbClr val="c5af89"/>
          </a:solidFill>
          <a:ln w="25400">
            <a:solidFill>
              <a:srgbClr val="875f16"/>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48" name="Text 10"/>
          <p:cNvSpPr/>
          <p:nvPr/>
        </p:nvSpPr>
        <p:spPr>
          <a:xfrm>
            <a:off x="914400" y="1874520"/>
            <a:ext cx="10285920" cy="59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750" spc="-1" strike="noStrike">
                <a:solidFill>
                  <a:srgbClr val="181512"/>
                </a:solidFill>
                <a:latin typeface="Georgia"/>
                <a:ea typeface="Georgia"/>
              </a:rPr>
              <a:t>“</a:t>
            </a:r>
            <a:r>
              <a:rPr b="1" lang="en-US" sz="1750" spc="-1" strike="noStrike">
                <a:solidFill>
                  <a:srgbClr val="181512"/>
                </a:solidFill>
                <a:latin typeface="Georgia"/>
                <a:ea typeface="Georgia"/>
              </a:rPr>
              <a:t>Verify identity. Authorize the resource. Keep data out of code.”</a:t>
            </a:r>
            <a:endParaRPr b="0" lang="en-CA" sz="1750" spc="-1" strike="noStrike">
              <a:solidFill>
                <a:srgbClr val="000000"/>
              </a:solidFill>
              <a:latin typeface="Arial"/>
            </a:endParaRPr>
          </a:p>
        </p:txBody>
      </p:sp>
      <p:sp>
        <p:nvSpPr>
          <p:cNvPr id="149" name="Text 11"/>
          <p:cNvSpPr/>
          <p:nvPr/>
        </p:nvSpPr>
        <p:spPr>
          <a:xfrm>
            <a:off x="914400" y="2514600"/>
            <a:ext cx="102859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94" strike="noStrike">
                <a:solidFill>
                  <a:srgbClr val="6b4b10"/>
                </a:solidFill>
                <a:latin typeface="Georgia"/>
                <a:ea typeface="Georgia"/>
              </a:rPr>
              <a:t>THE UNIFIED ARCHITECTURAL TRIAD FOR PRODUCTION ENGINEERING</a:t>
            </a:r>
            <a:endParaRPr b="0" lang="en-CA" sz="950" spc="-1" strike="noStrike">
              <a:solidFill>
                <a:srgbClr val="000000"/>
              </a:solidFill>
              <a:latin typeface="Arial"/>
            </a:endParaRPr>
          </a:p>
        </p:txBody>
      </p:sp>
      <p:sp>
        <p:nvSpPr>
          <p:cNvPr id="150" name="Shape 12"/>
          <p:cNvSpPr/>
          <p:nvPr/>
        </p:nvSpPr>
        <p:spPr>
          <a:xfrm>
            <a:off x="731520" y="3246120"/>
            <a:ext cx="3400560" cy="2559240"/>
          </a:xfrm>
          <a:prstGeom prst="roundRect">
            <a:avLst>
              <a:gd name="adj" fmla="val 2857"/>
            </a:avLst>
          </a:prstGeom>
          <a:solidFill>
            <a:srgbClr val="eadeca"/>
          </a:solidFill>
          <a:ln w="1524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51" name="Text 13"/>
          <p:cNvSpPr/>
          <p:nvPr/>
        </p:nvSpPr>
        <p:spPr>
          <a:xfrm>
            <a:off x="868680" y="3383280"/>
            <a:ext cx="3126240" cy="254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81512"/>
                </a:solidFill>
                <a:latin typeface="Georgia"/>
                <a:ea typeface="Georgia"/>
              </a:rPr>
              <a:t>1. Centralized AuthZ Middleware</a:t>
            </a:r>
            <a:endParaRPr b="0" lang="en-CA" sz="1050" spc="-1" strike="noStrike">
              <a:solidFill>
                <a:srgbClr val="000000"/>
              </a:solidFill>
              <a:latin typeface="Arial"/>
            </a:endParaRPr>
          </a:p>
        </p:txBody>
      </p:sp>
      <p:sp>
        <p:nvSpPr>
          <p:cNvPr id="152" name="Text 14"/>
          <p:cNvSpPr/>
          <p:nvPr/>
        </p:nvSpPr>
        <p:spPr>
          <a:xfrm>
            <a:off x="868680" y="3730680"/>
            <a:ext cx="3126240" cy="1827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rgbClr val="2a251e"/>
                </a:solidFill>
                <a:latin typeface="Arial"/>
                <a:ea typeface="Arial"/>
              </a:rPr>
              <a:t>Decouple policy from route handlers. Enforce resource ownership checks (e.g. OPA / Cedar / ReBAC) on every internal endpoint.</a:t>
            </a:r>
            <a:endParaRPr b="0" lang="en-CA" sz="900" spc="-1" strike="noStrike">
              <a:solidFill>
                <a:srgbClr val="000000"/>
              </a:solidFill>
              <a:latin typeface="Arial"/>
            </a:endParaRPr>
          </a:p>
        </p:txBody>
      </p:sp>
      <p:sp>
        <p:nvSpPr>
          <p:cNvPr id="153" name="Shape 15"/>
          <p:cNvSpPr/>
          <p:nvPr/>
        </p:nvSpPr>
        <p:spPr>
          <a:xfrm>
            <a:off x="4380120" y="3246120"/>
            <a:ext cx="3400560" cy="2559240"/>
          </a:xfrm>
          <a:prstGeom prst="roundRect">
            <a:avLst>
              <a:gd name="adj" fmla="val 2857"/>
            </a:avLst>
          </a:prstGeom>
          <a:solidFill>
            <a:srgbClr val="eadeca"/>
          </a:solidFill>
          <a:ln w="1524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54" name="Text 16"/>
          <p:cNvSpPr/>
          <p:nvPr/>
        </p:nvSpPr>
        <p:spPr>
          <a:xfrm>
            <a:off x="4517280" y="3383280"/>
            <a:ext cx="3126240" cy="254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81512"/>
                </a:solidFill>
                <a:latin typeface="Georgia"/>
                <a:ea typeface="Georgia"/>
              </a:rPr>
              <a:t>2. Static AST Guardrails in CI</a:t>
            </a:r>
            <a:endParaRPr b="0" lang="en-CA" sz="1050" spc="-1" strike="noStrike">
              <a:solidFill>
                <a:srgbClr val="000000"/>
              </a:solidFill>
              <a:latin typeface="Arial"/>
            </a:endParaRPr>
          </a:p>
        </p:txBody>
      </p:sp>
      <p:sp>
        <p:nvSpPr>
          <p:cNvPr id="155" name="Text 17"/>
          <p:cNvSpPr/>
          <p:nvPr/>
        </p:nvSpPr>
        <p:spPr>
          <a:xfrm>
            <a:off x="4517280" y="3730680"/>
            <a:ext cx="3126240" cy="1827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rgbClr val="2a251e"/>
                </a:solidFill>
                <a:latin typeface="Arial"/>
                <a:ea typeface="Arial"/>
              </a:rPr>
              <a:t>Block pull requests automatically using Semgrep &amp; ESLint rules that flag string interpolation in query runners before code reaches production.</a:t>
            </a:r>
            <a:endParaRPr b="0" lang="en-CA" sz="900" spc="-1" strike="noStrike">
              <a:solidFill>
                <a:srgbClr val="000000"/>
              </a:solidFill>
              <a:latin typeface="Arial"/>
            </a:endParaRPr>
          </a:p>
        </p:txBody>
      </p:sp>
      <p:sp>
        <p:nvSpPr>
          <p:cNvPr id="156" name="Shape 18"/>
          <p:cNvSpPr/>
          <p:nvPr/>
        </p:nvSpPr>
        <p:spPr>
          <a:xfrm>
            <a:off x="8028360" y="3246120"/>
            <a:ext cx="3400560" cy="2559240"/>
          </a:xfrm>
          <a:prstGeom prst="roundRect">
            <a:avLst>
              <a:gd name="adj" fmla="val 2857"/>
            </a:avLst>
          </a:prstGeom>
          <a:solidFill>
            <a:srgbClr val="eadeca"/>
          </a:solidFill>
          <a:ln w="15240">
            <a:solidFill>
              <a:srgbClr val="bca784"/>
            </a:solidFill>
            <a:round/>
          </a:ln>
        </p:spPr>
        <p:style>
          <a:lnRef idx="0"/>
          <a:fillRef idx="0"/>
          <a:effectRef idx="0"/>
          <a:fontRef idx="minor"/>
        </p:style>
        <p:txBody>
          <a:bodyPr lIns="90000" rIns="90000" tIns="45000" bIns="45000" anchor="t">
            <a:noAutofit/>
          </a:bodyPr>
          <a:p>
            <a:pPr>
              <a:lnSpc>
                <a:spcPct val="100000"/>
              </a:lnSpc>
            </a:pPr>
            <a:endParaRPr b="0" lang="en-CA" sz="1800" spc="-1" strike="noStrike">
              <a:solidFill>
                <a:srgbClr val="000000"/>
              </a:solidFill>
              <a:latin typeface="Arial"/>
            </a:endParaRPr>
          </a:p>
        </p:txBody>
      </p:sp>
      <p:sp>
        <p:nvSpPr>
          <p:cNvPr id="157" name="Text 19"/>
          <p:cNvSpPr/>
          <p:nvPr/>
        </p:nvSpPr>
        <p:spPr>
          <a:xfrm>
            <a:off x="8165520" y="3383280"/>
            <a:ext cx="3126240" cy="254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181512"/>
                </a:solidFill>
                <a:latin typeface="Georgia"/>
                <a:ea typeface="Georgia"/>
              </a:rPr>
              <a:t>3. Integration Boundary Tests</a:t>
            </a:r>
            <a:endParaRPr b="0" lang="en-CA" sz="1050" spc="-1" strike="noStrike">
              <a:solidFill>
                <a:srgbClr val="000000"/>
              </a:solidFill>
              <a:latin typeface="Arial"/>
            </a:endParaRPr>
          </a:p>
        </p:txBody>
      </p:sp>
      <p:sp>
        <p:nvSpPr>
          <p:cNvPr id="158" name="Text 20"/>
          <p:cNvSpPr/>
          <p:nvPr/>
        </p:nvSpPr>
        <p:spPr>
          <a:xfrm>
            <a:off x="8165520" y="3730680"/>
            <a:ext cx="3126240" cy="1827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rgbClr val="2a251e"/>
                </a:solidFill>
                <a:latin typeface="Arial"/>
                <a:ea typeface="Arial"/>
              </a:rPr>
              <a:t>Mandate automated test suites that explicitly pass cross-tenant IDs and verify 403 Forbidden responses, proving isolation works under adversarial test cases.</a:t>
            </a:r>
            <a:endParaRPr b="0" lang="en-CA"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174</TotalTime>
  <Application>LibreOffice/7.6.3.2$Linux_X86_64 LibreOffice_project/29d686fea9f6705b262d369fede658f824154cc0</Application>
  <AppVersion>15.0000</AppVersion>
  <Words>0</Words>
  <Paragraphs>0</Paragraphs>
  <Company>Engineering Technical Interview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2026-10-21T11:20:23Z</dcterms:created>
  <dc:creator>Senior Software Engineer Candidate</dc:creator>
  <dc:description/>
  <dc:language>en-CA</dc:language>
  <cp:lastModifiedBy/>
  <dcterms:modified xsi:type="dcterms:W3CDTF">2026-10-22T17:05:01Z</dcterms:modified>
  <cp:revision>4</cp:revision>
  <dc:subject>Technical Presentation: Authentication vs Authorization &amp; SQL Injection</dc:subject>
  <dc:title>Architectural Security: Identity, Access &amp; Injection Defense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On-screen Show (16:9)</vt:lpwstr>
  </property>
  <property fmtid="{D5CDD505-2E9C-101B-9397-08002B2CF9AE}" pid="4" name="Slides">
    <vt:i4>5</vt:i4>
  </property>
</Properties>
</file>